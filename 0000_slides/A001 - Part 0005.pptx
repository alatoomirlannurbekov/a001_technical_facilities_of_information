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9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y="5143500" cx="9144000"/>
  <p:notesSz cx="6858000" cy="9144000"/>
  <p:embeddedFontLst>
    <p:embeddedFont>
      <p:font typeface="Poppins"/>
      <p:regular r:id="rId29"/>
      <p:bold r:id="rId30"/>
      <p:italic r:id="rId31"/>
      <p:boldItalic r:id="rId32"/>
    </p:embeddedFont>
    <p:embeddedFont>
      <p:font typeface="Instrument Sans"/>
      <p:regular r:id="rId33"/>
      <p:bold r:id="rId34"/>
      <p:italic r:id="rId35"/>
      <p:boldItalic r:id="rId36"/>
    </p:embeddedFont>
    <p:embeddedFont>
      <p:font typeface="Poppins Medium"/>
      <p:regular r:id="rId37"/>
      <p:bold r:id="rId38"/>
      <p:italic r:id="rId39"/>
      <p:boldItalic r:id="rId40"/>
    </p:embeddedFont>
    <p:embeddedFont>
      <p:font typeface="Poppins SemiBold"/>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5" roundtripDataSignature="AMtx7mhkPDuLrn//+AU9InnmQWxd07EL7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61ED580-EE92-404A-B499-4C65A1A8F9E5}">
  <a:tblStyle styleId="{161ED580-EE92-404A-B499-4C65A1A8F9E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Medium-boldItalic.fntdata"/><Relationship Id="rId42" Type="http://schemas.openxmlformats.org/officeDocument/2006/relationships/font" Target="fonts/PoppinsSemiBold-bold.fntdata"/><Relationship Id="rId41" Type="http://schemas.openxmlformats.org/officeDocument/2006/relationships/font" Target="fonts/PoppinsSemiBold-regular.fntdata"/><Relationship Id="rId44" Type="http://schemas.openxmlformats.org/officeDocument/2006/relationships/font" Target="fonts/PoppinsSemiBold-boldItalic.fntdata"/><Relationship Id="rId43" Type="http://schemas.openxmlformats.org/officeDocument/2006/relationships/font" Target="fonts/PoppinsSemiBold-italic.fntdata"/><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oppins-italic.fntdata"/><Relationship Id="rId30" Type="http://schemas.openxmlformats.org/officeDocument/2006/relationships/font" Target="fonts/Poppins-bold.fntdata"/><Relationship Id="rId33" Type="http://schemas.openxmlformats.org/officeDocument/2006/relationships/font" Target="fonts/InstrumentSans-regular.fntdata"/><Relationship Id="rId32" Type="http://schemas.openxmlformats.org/officeDocument/2006/relationships/font" Target="fonts/Poppins-boldItalic.fntdata"/><Relationship Id="rId35" Type="http://schemas.openxmlformats.org/officeDocument/2006/relationships/font" Target="fonts/InstrumentSans-italic.fntdata"/><Relationship Id="rId34" Type="http://schemas.openxmlformats.org/officeDocument/2006/relationships/font" Target="fonts/InstrumentSans-bold.fntdata"/><Relationship Id="rId37" Type="http://schemas.openxmlformats.org/officeDocument/2006/relationships/font" Target="fonts/PoppinsMedium-regular.fntdata"/><Relationship Id="rId36" Type="http://schemas.openxmlformats.org/officeDocument/2006/relationships/font" Target="fonts/InstrumentSans-boldItalic.fntdata"/><Relationship Id="rId39" Type="http://schemas.openxmlformats.org/officeDocument/2006/relationships/font" Target="fonts/PoppinsMedium-italic.fntdata"/><Relationship Id="rId38" Type="http://schemas.openxmlformats.org/officeDocument/2006/relationships/font" Target="fonts/PoppinsMedium-bold.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font" Target="fonts/Poppins-regular.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5" name="Google Shape;103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a0141af678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5" name="Google Shape;1045;g3a0141af678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3700623214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3" name="Google Shape;1053;g3700623214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700623214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1" name="Google Shape;1061;g3700623214d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700623214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0" name="Google Shape;1070;g3700623214d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700623214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8" name="Google Shape;1078;g3700623214d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700623214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6" name="Google Shape;1086;g3700623214d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3700623214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4" name="Google Shape;1094;g3700623214d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a555eca48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1" name="Google Shape;1101;g3a555eca484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3a555eca48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8" name="Google Shape;1108;g3a555eca484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3700623214d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5" name="Google Shape;1115;g3700623214d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3700623214d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2" name="Google Shape;1122;g3700623214d_0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700623214d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9" name="Google Shape;1129;g3700623214d_0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700623214d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6" name="Google Shape;1136;g3700623214d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3a555eca48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0" name="Google Shape;1150;g3a555eca484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3a555eca48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7" name="Google Shape;1157;g3a555eca484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a555eca484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4" name="Google Shape;1164;g3a555eca484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a555eca48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1" name="Google Shape;1171;g3a555eca484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g3a555eca484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8" name="Google Shape;1178;g3a555eca484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3a555eca484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5" name="Google Shape;1185;g3a555eca484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g3a555eca484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2" name="Google Shape;1192;g3a555eca484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1">
  <p:cSld name="BLANK_2">
    <p:spTree>
      <p:nvGrpSpPr>
        <p:cNvPr id="10" name="Shape 10"/>
        <p:cNvGrpSpPr/>
        <p:nvPr/>
      </p:nvGrpSpPr>
      <p:grpSpPr>
        <a:xfrm>
          <a:off x="0" y="0"/>
          <a:ext cx="0" cy="0"/>
          <a:chOff x="0" y="0"/>
          <a:chExt cx="0" cy="0"/>
        </a:xfrm>
      </p:grpSpPr>
      <p:pic>
        <p:nvPicPr>
          <p:cNvPr id="11" name="Google Shape;11;p11"/>
          <p:cNvPicPr preferRelativeResize="0"/>
          <p:nvPr/>
        </p:nvPicPr>
        <p:blipFill rotWithShape="1">
          <a:blip r:embed="rId2">
            <a:alphaModFix amt="70000"/>
          </a:blip>
          <a:srcRect b="0" l="1311" r="0" t="0"/>
          <a:stretch/>
        </p:blipFill>
        <p:spPr>
          <a:xfrm>
            <a:off x="0" y="0"/>
            <a:ext cx="9023249" cy="5143500"/>
          </a:xfrm>
          <a:prstGeom prst="rect">
            <a:avLst/>
          </a:prstGeom>
          <a:noFill/>
          <a:ln>
            <a:noFill/>
          </a:ln>
        </p:spPr>
      </p:pic>
      <p:sp>
        <p:nvSpPr>
          <p:cNvPr id="12" name="Google Shape;12;p11"/>
          <p:cNvSpPr txBox="1"/>
          <p:nvPr>
            <p:ph type="title"/>
          </p:nvPr>
        </p:nvSpPr>
        <p:spPr>
          <a:xfrm>
            <a:off x="128875" y="1291375"/>
            <a:ext cx="6341400" cy="3620700"/>
          </a:xfrm>
          <a:prstGeom prst="rect">
            <a:avLst/>
          </a:prstGeom>
          <a:noFill/>
          <a:ln>
            <a:noFill/>
          </a:ln>
        </p:spPr>
        <p:txBody>
          <a:bodyPr anchorCtr="0" anchor="b" bIns="0" lIns="91425" spcFirstLastPara="1" rIns="91425" wrap="square" tIns="91425">
            <a:noAutofit/>
          </a:bodyPr>
          <a:lstStyle>
            <a:lvl1pPr lvl="0" algn="l">
              <a:lnSpc>
                <a:spcPct val="90000"/>
              </a:lnSpc>
              <a:spcBef>
                <a:spcPts val="0"/>
              </a:spcBef>
              <a:spcAft>
                <a:spcPts val="0"/>
              </a:spcAft>
              <a:buSzPts val="6000"/>
              <a:buNone/>
              <a:defRPr sz="6000"/>
            </a:lvl1pPr>
            <a:lvl2pPr lvl="1" algn="ctr">
              <a:lnSpc>
                <a:spcPct val="115000"/>
              </a:lnSpc>
              <a:spcBef>
                <a:spcPts val="0"/>
              </a:spcBef>
              <a:spcAft>
                <a:spcPts val="0"/>
              </a:spcAft>
              <a:buSzPts val="6000"/>
              <a:buNone/>
              <a:defRPr sz="6000">
                <a:latin typeface="Poppins SemiBold"/>
                <a:ea typeface="Poppins SemiBold"/>
                <a:cs typeface="Poppins SemiBold"/>
                <a:sym typeface="Poppins SemiBold"/>
              </a:defRPr>
            </a:lvl2pPr>
            <a:lvl3pPr lvl="2" algn="ctr">
              <a:lnSpc>
                <a:spcPct val="115000"/>
              </a:lnSpc>
              <a:spcBef>
                <a:spcPts val="0"/>
              </a:spcBef>
              <a:spcAft>
                <a:spcPts val="0"/>
              </a:spcAft>
              <a:buSzPts val="6000"/>
              <a:buNone/>
              <a:defRPr sz="6000">
                <a:latin typeface="Poppins SemiBold"/>
                <a:ea typeface="Poppins SemiBold"/>
                <a:cs typeface="Poppins SemiBold"/>
                <a:sym typeface="Poppins SemiBold"/>
              </a:defRPr>
            </a:lvl3pPr>
            <a:lvl4pPr lvl="3" algn="ctr">
              <a:lnSpc>
                <a:spcPct val="115000"/>
              </a:lnSpc>
              <a:spcBef>
                <a:spcPts val="0"/>
              </a:spcBef>
              <a:spcAft>
                <a:spcPts val="0"/>
              </a:spcAft>
              <a:buSzPts val="6000"/>
              <a:buNone/>
              <a:defRPr sz="6000">
                <a:latin typeface="Poppins SemiBold"/>
                <a:ea typeface="Poppins SemiBold"/>
                <a:cs typeface="Poppins SemiBold"/>
                <a:sym typeface="Poppins SemiBold"/>
              </a:defRPr>
            </a:lvl4pPr>
            <a:lvl5pPr lvl="4" algn="ctr">
              <a:lnSpc>
                <a:spcPct val="115000"/>
              </a:lnSpc>
              <a:spcBef>
                <a:spcPts val="0"/>
              </a:spcBef>
              <a:spcAft>
                <a:spcPts val="0"/>
              </a:spcAft>
              <a:buSzPts val="6000"/>
              <a:buNone/>
              <a:defRPr sz="6000">
                <a:latin typeface="Poppins SemiBold"/>
                <a:ea typeface="Poppins SemiBold"/>
                <a:cs typeface="Poppins SemiBold"/>
                <a:sym typeface="Poppins SemiBold"/>
              </a:defRPr>
            </a:lvl5pPr>
            <a:lvl6pPr lvl="5" algn="ctr">
              <a:lnSpc>
                <a:spcPct val="115000"/>
              </a:lnSpc>
              <a:spcBef>
                <a:spcPts val="0"/>
              </a:spcBef>
              <a:spcAft>
                <a:spcPts val="0"/>
              </a:spcAft>
              <a:buSzPts val="6000"/>
              <a:buNone/>
              <a:defRPr sz="6000">
                <a:latin typeface="Poppins SemiBold"/>
                <a:ea typeface="Poppins SemiBold"/>
                <a:cs typeface="Poppins SemiBold"/>
                <a:sym typeface="Poppins SemiBold"/>
              </a:defRPr>
            </a:lvl6pPr>
            <a:lvl7pPr lvl="6" algn="ctr">
              <a:lnSpc>
                <a:spcPct val="115000"/>
              </a:lnSpc>
              <a:spcBef>
                <a:spcPts val="0"/>
              </a:spcBef>
              <a:spcAft>
                <a:spcPts val="0"/>
              </a:spcAft>
              <a:buSzPts val="6000"/>
              <a:buNone/>
              <a:defRPr sz="6000">
                <a:latin typeface="Poppins SemiBold"/>
                <a:ea typeface="Poppins SemiBold"/>
                <a:cs typeface="Poppins SemiBold"/>
                <a:sym typeface="Poppins SemiBold"/>
              </a:defRPr>
            </a:lvl7pPr>
            <a:lvl8pPr lvl="7" algn="ctr">
              <a:lnSpc>
                <a:spcPct val="115000"/>
              </a:lnSpc>
              <a:spcBef>
                <a:spcPts val="0"/>
              </a:spcBef>
              <a:spcAft>
                <a:spcPts val="0"/>
              </a:spcAft>
              <a:buSzPts val="6000"/>
              <a:buNone/>
              <a:defRPr sz="6000">
                <a:latin typeface="Poppins SemiBold"/>
                <a:ea typeface="Poppins SemiBold"/>
                <a:cs typeface="Poppins SemiBold"/>
                <a:sym typeface="Poppins SemiBold"/>
              </a:defRPr>
            </a:lvl8pPr>
            <a:lvl9pPr lvl="8" algn="ctr">
              <a:lnSpc>
                <a:spcPct val="115000"/>
              </a:lnSpc>
              <a:spcBef>
                <a:spcPts val="0"/>
              </a:spcBef>
              <a:spcAft>
                <a:spcPts val="0"/>
              </a:spcAft>
              <a:buSzPts val="6000"/>
              <a:buNone/>
              <a:defRPr sz="6000">
                <a:latin typeface="Poppins SemiBold"/>
                <a:ea typeface="Poppins SemiBold"/>
                <a:cs typeface="Poppins SemiBold"/>
                <a:sym typeface="Poppins SemiBold"/>
              </a:defRPr>
            </a:lvl9pPr>
          </a:lstStyle>
          <a:p/>
        </p:txBody>
      </p:sp>
      <p:sp>
        <p:nvSpPr>
          <p:cNvPr id="13" name="Google Shape;13;p11"/>
          <p:cNvSpPr/>
          <p:nvPr>
            <p:ph idx="2" type="pic"/>
          </p:nvPr>
        </p:nvSpPr>
        <p:spPr>
          <a:xfrm>
            <a:off x="6487225" y="2586525"/>
            <a:ext cx="1259100" cy="1269000"/>
          </a:xfrm>
          <a:prstGeom prst="rect">
            <a:avLst/>
          </a:prstGeom>
          <a:noFill/>
          <a:ln>
            <a:noFill/>
          </a:ln>
        </p:spPr>
      </p:sp>
      <p:sp>
        <p:nvSpPr>
          <p:cNvPr id="14" name="Google Shape;14;p11"/>
          <p:cNvSpPr/>
          <p:nvPr>
            <p:ph idx="3" type="pic"/>
          </p:nvPr>
        </p:nvSpPr>
        <p:spPr>
          <a:xfrm>
            <a:off x="7757975" y="3866750"/>
            <a:ext cx="1259700" cy="1279200"/>
          </a:xfrm>
          <a:prstGeom prst="rect">
            <a:avLst/>
          </a:prstGeom>
          <a:noFill/>
          <a:ln>
            <a:noFill/>
          </a:ln>
        </p:spPr>
      </p:sp>
      <p:sp>
        <p:nvSpPr>
          <p:cNvPr id="15" name="Google Shape;15;p11"/>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11"/>
          <p:cNvSpPr txBox="1"/>
          <p:nvPr>
            <p:ph idx="1" type="subTitle"/>
          </p:nvPr>
        </p:nvSpPr>
        <p:spPr>
          <a:xfrm>
            <a:off x="179050" y="228600"/>
            <a:ext cx="1220400" cy="607800"/>
          </a:xfrm>
          <a:prstGeom prst="rect">
            <a:avLst/>
          </a:prstGeom>
          <a:noFill/>
          <a:ln>
            <a:noFill/>
          </a:ln>
        </p:spPr>
        <p:txBody>
          <a:bodyPr anchorCtr="0" anchor="t" bIns="91425" lIns="0" spcFirstLastPara="1" rIns="91425" wrap="square" tIns="0">
            <a:noAutofit/>
          </a:bodyPr>
          <a:lstStyle>
            <a:lvl1pPr lvl="0"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9pPr>
          </a:lstStyle>
          <a:p/>
        </p:txBody>
      </p:sp>
      <p:grpSp>
        <p:nvGrpSpPr>
          <p:cNvPr id="17" name="Google Shape;17;p11"/>
          <p:cNvGrpSpPr/>
          <p:nvPr/>
        </p:nvGrpSpPr>
        <p:grpSpPr>
          <a:xfrm>
            <a:off x="128875" y="0"/>
            <a:ext cx="8897700" cy="5144700"/>
            <a:chOff x="128875" y="0"/>
            <a:chExt cx="8897700" cy="5144700"/>
          </a:xfrm>
        </p:grpSpPr>
        <p:cxnSp>
          <p:nvCxnSpPr>
            <p:cNvPr id="18" name="Google Shape;18;p11"/>
            <p:cNvCxnSpPr/>
            <p:nvPr/>
          </p:nvCxnSpPr>
          <p:spPr>
            <a:xfrm>
              <a:off x="6480997" y="1200"/>
              <a:ext cx="0" cy="5143500"/>
            </a:xfrm>
            <a:prstGeom prst="straightConnector1">
              <a:avLst/>
            </a:prstGeom>
            <a:noFill/>
            <a:ln cap="flat" cmpd="sng" w="9525">
              <a:solidFill>
                <a:schemeClr val="accent3"/>
              </a:solidFill>
              <a:prstDash val="solid"/>
              <a:round/>
              <a:headEnd len="sm" w="sm" type="none"/>
              <a:tailEnd len="sm" w="sm" type="none"/>
            </a:ln>
          </p:spPr>
        </p:cxnSp>
        <p:cxnSp>
          <p:nvCxnSpPr>
            <p:cNvPr id="19" name="Google Shape;19;p11"/>
            <p:cNvCxnSpPr/>
            <p:nvPr/>
          </p:nvCxnSpPr>
          <p:spPr>
            <a:xfrm>
              <a:off x="7752136" y="1200"/>
              <a:ext cx="0" cy="5143500"/>
            </a:xfrm>
            <a:prstGeom prst="straightConnector1">
              <a:avLst/>
            </a:prstGeom>
            <a:noFill/>
            <a:ln cap="flat" cmpd="sng" w="9525">
              <a:solidFill>
                <a:schemeClr val="accent3"/>
              </a:solidFill>
              <a:prstDash val="solid"/>
              <a:round/>
              <a:headEnd len="sm" w="sm" type="none"/>
              <a:tailEnd len="sm" w="sm" type="none"/>
            </a:ln>
          </p:spPr>
        </p:cxnSp>
        <p:cxnSp>
          <p:nvCxnSpPr>
            <p:cNvPr id="20" name="Google Shape;20;p11"/>
            <p:cNvCxnSpPr/>
            <p:nvPr/>
          </p:nvCxnSpPr>
          <p:spPr>
            <a:xfrm>
              <a:off x="6481000" y="3861475"/>
              <a:ext cx="2539800" cy="0"/>
            </a:xfrm>
            <a:prstGeom prst="straightConnector1">
              <a:avLst/>
            </a:prstGeom>
            <a:noFill/>
            <a:ln cap="flat" cmpd="sng" w="9525">
              <a:solidFill>
                <a:schemeClr val="accent3"/>
              </a:solidFill>
              <a:prstDash val="solid"/>
              <a:round/>
              <a:headEnd len="sm" w="sm" type="none"/>
              <a:tailEnd len="sm" w="sm" type="none"/>
            </a:ln>
          </p:spPr>
        </p:cxnSp>
        <p:cxnSp>
          <p:nvCxnSpPr>
            <p:cNvPr id="21" name="Google Shape;21;p11"/>
            <p:cNvCxnSpPr/>
            <p:nvPr/>
          </p:nvCxnSpPr>
          <p:spPr>
            <a:xfrm>
              <a:off x="6481000" y="2579575"/>
              <a:ext cx="2542200" cy="0"/>
            </a:xfrm>
            <a:prstGeom prst="straightConnector1">
              <a:avLst/>
            </a:prstGeom>
            <a:noFill/>
            <a:ln cap="flat" cmpd="sng" w="9525">
              <a:solidFill>
                <a:schemeClr val="accent3"/>
              </a:solidFill>
              <a:prstDash val="solid"/>
              <a:round/>
              <a:headEnd len="sm" w="sm" type="none"/>
              <a:tailEnd len="sm" w="sm" type="none"/>
            </a:ln>
          </p:spPr>
        </p:cxnSp>
        <p:cxnSp>
          <p:nvCxnSpPr>
            <p:cNvPr id="22" name="Google Shape;22;p11"/>
            <p:cNvCxnSpPr/>
            <p:nvPr/>
          </p:nvCxnSpPr>
          <p:spPr>
            <a:xfrm>
              <a:off x="5212100" y="1200"/>
              <a:ext cx="0" cy="1290300"/>
            </a:xfrm>
            <a:prstGeom prst="straightConnector1">
              <a:avLst/>
            </a:prstGeom>
            <a:noFill/>
            <a:ln cap="flat" cmpd="sng" w="9525">
              <a:solidFill>
                <a:schemeClr val="accent3"/>
              </a:solidFill>
              <a:prstDash val="solid"/>
              <a:round/>
              <a:headEnd len="sm" w="sm" type="none"/>
              <a:tailEnd len="sm" w="sm" type="none"/>
            </a:ln>
          </p:spPr>
        </p:cxnSp>
        <p:cxnSp>
          <p:nvCxnSpPr>
            <p:cNvPr id="23" name="Google Shape;23;p11"/>
            <p:cNvCxnSpPr/>
            <p:nvPr/>
          </p:nvCxnSpPr>
          <p:spPr>
            <a:xfrm>
              <a:off x="3940150" y="1200"/>
              <a:ext cx="0" cy="1290300"/>
            </a:xfrm>
            <a:prstGeom prst="straightConnector1">
              <a:avLst/>
            </a:prstGeom>
            <a:noFill/>
            <a:ln cap="flat" cmpd="sng" w="9525">
              <a:solidFill>
                <a:schemeClr val="accent3"/>
              </a:solidFill>
              <a:prstDash val="solid"/>
              <a:round/>
              <a:headEnd len="sm" w="sm" type="none"/>
              <a:tailEnd len="sm" w="sm" type="none"/>
            </a:ln>
          </p:spPr>
        </p:cxnSp>
        <p:cxnSp>
          <p:nvCxnSpPr>
            <p:cNvPr id="24" name="Google Shape;24;p11"/>
            <p:cNvCxnSpPr/>
            <p:nvPr/>
          </p:nvCxnSpPr>
          <p:spPr>
            <a:xfrm>
              <a:off x="2669725" y="1200"/>
              <a:ext cx="0" cy="1290300"/>
            </a:xfrm>
            <a:prstGeom prst="straightConnector1">
              <a:avLst/>
            </a:prstGeom>
            <a:noFill/>
            <a:ln cap="flat" cmpd="sng" w="9525">
              <a:solidFill>
                <a:schemeClr val="accent3"/>
              </a:solidFill>
              <a:prstDash val="solid"/>
              <a:round/>
              <a:headEnd len="sm" w="sm" type="none"/>
              <a:tailEnd len="sm" w="sm" type="none"/>
            </a:ln>
          </p:spPr>
        </p:cxnSp>
        <p:cxnSp>
          <p:nvCxnSpPr>
            <p:cNvPr id="25" name="Google Shape;25;p11"/>
            <p:cNvCxnSpPr/>
            <p:nvPr/>
          </p:nvCxnSpPr>
          <p:spPr>
            <a:xfrm>
              <a:off x="1399300" y="1200"/>
              <a:ext cx="0" cy="1290300"/>
            </a:xfrm>
            <a:prstGeom prst="straightConnector1">
              <a:avLst/>
            </a:prstGeom>
            <a:noFill/>
            <a:ln cap="flat" cmpd="sng" w="9525">
              <a:solidFill>
                <a:schemeClr val="accent3"/>
              </a:solidFill>
              <a:prstDash val="solid"/>
              <a:round/>
              <a:headEnd len="sm" w="sm" type="none"/>
              <a:tailEnd len="sm" w="sm" type="none"/>
            </a:ln>
          </p:spPr>
        </p:cxnSp>
        <p:cxnSp>
          <p:nvCxnSpPr>
            <p:cNvPr id="26" name="Google Shape;26;p11"/>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27" name="Google Shape;27;p11"/>
            <p:cNvCxnSpPr/>
            <p:nvPr/>
          </p:nvCxnSpPr>
          <p:spPr>
            <a:xfrm>
              <a:off x="9023250" y="1200"/>
              <a:ext cx="0" cy="5143500"/>
            </a:xfrm>
            <a:prstGeom prst="straightConnector1">
              <a:avLst/>
            </a:prstGeom>
            <a:noFill/>
            <a:ln cap="flat" cmpd="sng" w="9525">
              <a:solidFill>
                <a:schemeClr val="accent3"/>
              </a:solidFill>
              <a:prstDash val="solid"/>
              <a:round/>
              <a:headEnd len="sm" w="sm" type="none"/>
              <a:tailEnd len="sm" w="sm" type="none"/>
            </a:ln>
          </p:spPr>
        </p:cxnSp>
        <p:cxnSp>
          <p:nvCxnSpPr>
            <p:cNvPr id="28" name="Google Shape;28;p11"/>
            <p:cNvCxnSpPr/>
            <p:nvPr/>
          </p:nvCxnSpPr>
          <p:spPr>
            <a:xfrm>
              <a:off x="128875" y="1291375"/>
              <a:ext cx="8897700" cy="0"/>
            </a:xfrm>
            <a:prstGeom prst="straightConnector1">
              <a:avLst/>
            </a:prstGeom>
            <a:noFill/>
            <a:ln cap="flat" cmpd="sng" w="9525">
              <a:solidFill>
                <a:schemeClr val="accent3"/>
              </a:solidFill>
              <a:prstDash val="solid"/>
              <a:round/>
              <a:headEnd len="sm" w="sm" type="none"/>
              <a:tailEnd len="sm" w="sm" type="none"/>
            </a:ln>
          </p:spPr>
        </p:cxnSp>
      </p:grpSp>
      <p:sp>
        <p:nvSpPr>
          <p:cNvPr id="29" name="Google Shape;29;p11"/>
          <p:cNvSpPr/>
          <p:nvPr/>
        </p:nvSpPr>
        <p:spPr>
          <a:xfrm>
            <a:off x="6486025" y="-3325"/>
            <a:ext cx="1259400" cy="12891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30" name="Google Shape;30;p11"/>
          <p:cNvSpPr/>
          <p:nvPr/>
        </p:nvSpPr>
        <p:spPr>
          <a:xfrm>
            <a:off x="7756250" y="-3325"/>
            <a:ext cx="1262400" cy="1287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1">
  <p:cSld name="BLANK_1">
    <p:spTree>
      <p:nvGrpSpPr>
        <p:cNvPr id="31" name="Shape 31"/>
        <p:cNvGrpSpPr/>
        <p:nvPr/>
      </p:nvGrpSpPr>
      <p:grpSpPr>
        <a:xfrm>
          <a:off x="0" y="0"/>
          <a:ext cx="0" cy="0"/>
          <a:chOff x="0" y="0"/>
          <a:chExt cx="0" cy="0"/>
        </a:xfrm>
      </p:grpSpPr>
      <p:pic>
        <p:nvPicPr>
          <p:cNvPr id="32" name="Google Shape;32;p12"/>
          <p:cNvPicPr preferRelativeResize="0"/>
          <p:nvPr/>
        </p:nvPicPr>
        <p:blipFill rotWithShape="1">
          <a:blip r:embed="rId2">
            <a:alphaModFix/>
          </a:blip>
          <a:srcRect b="36187" l="0" r="0" t="0"/>
          <a:stretch/>
        </p:blipFill>
        <p:spPr>
          <a:xfrm rot="5400000">
            <a:off x="6625213" y="2747762"/>
            <a:ext cx="3529224" cy="1266849"/>
          </a:xfrm>
          <a:prstGeom prst="rect">
            <a:avLst/>
          </a:prstGeom>
          <a:gradFill>
            <a:gsLst>
              <a:gs pos="0">
                <a:srgbClr val="808978"/>
              </a:gs>
              <a:gs pos="58000">
                <a:schemeClr val="dk1"/>
              </a:gs>
              <a:gs pos="100000">
                <a:schemeClr val="dk1"/>
              </a:gs>
            </a:gsLst>
            <a:path path="circle">
              <a:fillToRect b="50%" l="50%" r="50%" t="50%"/>
            </a:path>
            <a:tileRect/>
          </a:gradFill>
          <a:ln>
            <a:noFill/>
          </a:ln>
        </p:spPr>
      </p:pic>
      <p:sp>
        <p:nvSpPr>
          <p:cNvPr id="33" name="Google Shape;33;p12"/>
          <p:cNvSpPr/>
          <p:nvPr>
            <p:ph idx="2" type="pic"/>
          </p:nvPr>
        </p:nvSpPr>
        <p:spPr>
          <a:xfrm>
            <a:off x="7757975" y="0"/>
            <a:ext cx="1256100" cy="1286400"/>
          </a:xfrm>
          <a:prstGeom prst="rect">
            <a:avLst/>
          </a:prstGeom>
          <a:noFill/>
          <a:ln>
            <a:noFill/>
          </a:ln>
        </p:spPr>
      </p:sp>
      <p:sp>
        <p:nvSpPr>
          <p:cNvPr id="34" name="Google Shape;34;p12"/>
          <p:cNvSpPr txBox="1"/>
          <p:nvPr>
            <p:ph type="title"/>
          </p:nvPr>
        </p:nvSpPr>
        <p:spPr>
          <a:xfrm>
            <a:off x="284550" y="1291375"/>
            <a:ext cx="7467600" cy="36210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SzPts val="4800"/>
              <a:buNone/>
              <a:defRPr sz="4800"/>
            </a:lvl1pPr>
            <a:lvl2pPr lvl="1" algn="ctr">
              <a:lnSpc>
                <a:spcPct val="115000"/>
              </a:lnSpc>
              <a:spcBef>
                <a:spcPts val="0"/>
              </a:spcBef>
              <a:spcAft>
                <a:spcPts val="0"/>
              </a:spcAft>
              <a:buSzPts val="6000"/>
              <a:buNone/>
              <a:defRPr sz="6000">
                <a:latin typeface="Poppins SemiBold"/>
                <a:ea typeface="Poppins SemiBold"/>
                <a:cs typeface="Poppins SemiBold"/>
                <a:sym typeface="Poppins SemiBold"/>
              </a:defRPr>
            </a:lvl2pPr>
            <a:lvl3pPr lvl="2" algn="ctr">
              <a:lnSpc>
                <a:spcPct val="115000"/>
              </a:lnSpc>
              <a:spcBef>
                <a:spcPts val="0"/>
              </a:spcBef>
              <a:spcAft>
                <a:spcPts val="0"/>
              </a:spcAft>
              <a:buSzPts val="6000"/>
              <a:buNone/>
              <a:defRPr sz="6000">
                <a:latin typeface="Poppins SemiBold"/>
                <a:ea typeface="Poppins SemiBold"/>
                <a:cs typeface="Poppins SemiBold"/>
                <a:sym typeface="Poppins SemiBold"/>
              </a:defRPr>
            </a:lvl3pPr>
            <a:lvl4pPr lvl="3" algn="ctr">
              <a:lnSpc>
                <a:spcPct val="115000"/>
              </a:lnSpc>
              <a:spcBef>
                <a:spcPts val="0"/>
              </a:spcBef>
              <a:spcAft>
                <a:spcPts val="0"/>
              </a:spcAft>
              <a:buSzPts val="6000"/>
              <a:buNone/>
              <a:defRPr sz="6000">
                <a:latin typeface="Poppins SemiBold"/>
                <a:ea typeface="Poppins SemiBold"/>
                <a:cs typeface="Poppins SemiBold"/>
                <a:sym typeface="Poppins SemiBold"/>
              </a:defRPr>
            </a:lvl4pPr>
            <a:lvl5pPr lvl="4" algn="ctr">
              <a:lnSpc>
                <a:spcPct val="115000"/>
              </a:lnSpc>
              <a:spcBef>
                <a:spcPts val="0"/>
              </a:spcBef>
              <a:spcAft>
                <a:spcPts val="0"/>
              </a:spcAft>
              <a:buSzPts val="6000"/>
              <a:buNone/>
              <a:defRPr sz="6000">
                <a:latin typeface="Poppins SemiBold"/>
                <a:ea typeface="Poppins SemiBold"/>
                <a:cs typeface="Poppins SemiBold"/>
                <a:sym typeface="Poppins SemiBold"/>
              </a:defRPr>
            </a:lvl5pPr>
            <a:lvl6pPr lvl="5" algn="ctr">
              <a:lnSpc>
                <a:spcPct val="115000"/>
              </a:lnSpc>
              <a:spcBef>
                <a:spcPts val="0"/>
              </a:spcBef>
              <a:spcAft>
                <a:spcPts val="0"/>
              </a:spcAft>
              <a:buSzPts val="6000"/>
              <a:buNone/>
              <a:defRPr sz="6000">
                <a:latin typeface="Poppins SemiBold"/>
                <a:ea typeface="Poppins SemiBold"/>
                <a:cs typeface="Poppins SemiBold"/>
                <a:sym typeface="Poppins SemiBold"/>
              </a:defRPr>
            </a:lvl6pPr>
            <a:lvl7pPr lvl="6" algn="ctr">
              <a:lnSpc>
                <a:spcPct val="115000"/>
              </a:lnSpc>
              <a:spcBef>
                <a:spcPts val="0"/>
              </a:spcBef>
              <a:spcAft>
                <a:spcPts val="0"/>
              </a:spcAft>
              <a:buSzPts val="6000"/>
              <a:buNone/>
              <a:defRPr sz="6000">
                <a:latin typeface="Poppins SemiBold"/>
                <a:ea typeface="Poppins SemiBold"/>
                <a:cs typeface="Poppins SemiBold"/>
                <a:sym typeface="Poppins SemiBold"/>
              </a:defRPr>
            </a:lvl7pPr>
            <a:lvl8pPr lvl="7" algn="ctr">
              <a:lnSpc>
                <a:spcPct val="115000"/>
              </a:lnSpc>
              <a:spcBef>
                <a:spcPts val="0"/>
              </a:spcBef>
              <a:spcAft>
                <a:spcPts val="0"/>
              </a:spcAft>
              <a:buSzPts val="6000"/>
              <a:buNone/>
              <a:defRPr sz="6000">
                <a:latin typeface="Poppins SemiBold"/>
                <a:ea typeface="Poppins SemiBold"/>
                <a:cs typeface="Poppins SemiBold"/>
                <a:sym typeface="Poppins SemiBold"/>
              </a:defRPr>
            </a:lvl8pPr>
            <a:lvl9pPr lvl="8" algn="ctr">
              <a:lnSpc>
                <a:spcPct val="115000"/>
              </a:lnSpc>
              <a:spcBef>
                <a:spcPts val="0"/>
              </a:spcBef>
              <a:spcAft>
                <a:spcPts val="0"/>
              </a:spcAft>
              <a:buSzPts val="6000"/>
              <a:buNone/>
              <a:defRPr sz="6000">
                <a:latin typeface="Poppins SemiBold"/>
                <a:ea typeface="Poppins SemiBold"/>
                <a:cs typeface="Poppins SemiBold"/>
                <a:sym typeface="Poppins SemiBold"/>
              </a:defRPr>
            </a:lvl9pPr>
          </a:lstStyle>
          <a:p/>
        </p:txBody>
      </p:sp>
      <p:sp>
        <p:nvSpPr>
          <p:cNvPr id="35" name="Google Shape;35;p12"/>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36" name="Google Shape;36;p12"/>
          <p:cNvGrpSpPr/>
          <p:nvPr/>
        </p:nvGrpSpPr>
        <p:grpSpPr>
          <a:xfrm>
            <a:off x="128875" y="0"/>
            <a:ext cx="8894375" cy="5144700"/>
            <a:chOff x="128875" y="0"/>
            <a:chExt cx="8894375" cy="5144700"/>
          </a:xfrm>
        </p:grpSpPr>
        <p:cxnSp>
          <p:nvCxnSpPr>
            <p:cNvPr id="37" name="Google Shape;37;p12"/>
            <p:cNvCxnSpPr/>
            <p:nvPr/>
          </p:nvCxnSpPr>
          <p:spPr>
            <a:xfrm>
              <a:off x="7752136" y="1200"/>
              <a:ext cx="0" cy="5143500"/>
            </a:xfrm>
            <a:prstGeom prst="straightConnector1">
              <a:avLst/>
            </a:prstGeom>
            <a:noFill/>
            <a:ln cap="flat" cmpd="sng" w="9525">
              <a:solidFill>
                <a:schemeClr val="dk2"/>
              </a:solidFill>
              <a:prstDash val="solid"/>
              <a:round/>
              <a:headEnd len="sm" w="sm" type="none"/>
              <a:tailEnd len="sm" w="sm" type="none"/>
            </a:ln>
          </p:spPr>
        </p:cxnSp>
        <p:cxnSp>
          <p:nvCxnSpPr>
            <p:cNvPr id="38" name="Google Shape;38;p12"/>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cxnSp>
          <p:nvCxnSpPr>
            <p:cNvPr id="39" name="Google Shape;39;p12"/>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cxnSp>
          <p:nvCxnSpPr>
            <p:cNvPr id="40" name="Google Shape;40;p12"/>
            <p:cNvCxnSpPr/>
            <p:nvPr/>
          </p:nvCxnSpPr>
          <p:spPr>
            <a:xfrm>
              <a:off x="128875" y="1291375"/>
              <a:ext cx="8885400" cy="0"/>
            </a:xfrm>
            <a:prstGeom prst="straightConnector1">
              <a:avLst/>
            </a:prstGeom>
            <a:noFill/>
            <a:ln cap="flat" cmpd="sng" w="9525">
              <a:solidFill>
                <a:schemeClr val="dk2"/>
              </a:solidFill>
              <a:prstDash val="solid"/>
              <a:round/>
              <a:headEnd len="sm" w="sm" type="none"/>
              <a:tailEnd len="sm" w="sm" type="none"/>
            </a:ln>
          </p:spPr>
        </p:cxnSp>
      </p:grpSp>
      <p:sp>
        <p:nvSpPr>
          <p:cNvPr id="41" name="Google Shape;41;p12"/>
          <p:cNvSpPr txBox="1"/>
          <p:nvPr>
            <p:ph idx="1" type="subTitle"/>
          </p:nvPr>
        </p:nvSpPr>
        <p:spPr>
          <a:xfrm>
            <a:off x="128875" y="-450"/>
            <a:ext cx="3357900" cy="1291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14">
    <p:spTree>
      <p:nvGrpSpPr>
        <p:cNvPr id="42" name="Shape 42"/>
        <p:cNvGrpSpPr/>
        <p:nvPr/>
      </p:nvGrpSpPr>
      <p:grpSpPr>
        <a:xfrm>
          <a:off x="0" y="0"/>
          <a:ext cx="0" cy="0"/>
          <a:chOff x="0" y="0"/>
          <a:chExt cx="0" cy="0"/>
        </a:xfrm>
      </p:grpSpPr>
      <p:sp>
        <p:nvSpPr>
          <p:cNvPr id="43" name="Google Shape;43;p13"/>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13"/>
          <p:cNvSpPr txBox="1"/>
          <p:nvPr>
            <p:ph type="title"/>
          </p:nvPr>
        </p:nvSpPr>
        <p:spPr>
          <a:xfrm>
            <a:off x="128875" y="228600"/>
            <a:ext cx="6341400" cy="609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cxnSp>
        <p:nvCxnSpPr>
          <p:cNvPr id="45" name="Google Shape;45;p13"/>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46" name="Google Shape;46;p13"/>
          <p:cNvCxnSpPr/>
          <p:nvPr/>
        </p:nvCxnSpPr>
        <p:spPr>
          <a:xfrm>
            <a:off x="9023250" y="1200"/>
            <a:ext cx="0" cy="5143500"/>
          </a:xfrm>
          <a:prstGeom prst="straightConnector1">
            <a:avLst/>
          </a:prstGeom>
          <a:noFill/>
          <a:ln cap="flat" cmpd="sng" w="9525">
            <a:solidFill>
              <a:schemeClr val="accent3"/>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CUSTOM_14_2">
    <p:spTree>
      <p:nvGrpSpPr>
        <p:cNvPr id="47" name="Shape 47"/>
        <p:cNvGrpSpPr/>
        <p:nvPr/>
      </p:nvGrpSpPr>
      <p:grpSpPr>
        <a:xfrm>
          <a:off x="0" y="0"/>
          <a:ext cx="0" cy="0"/>
          <a:chOff x="0" y="0"/>
          <a:chExt cx="0" cy="0"/>
        </a:xfrm>
      </p:grpSpPr>
      <p:sp>
        <p:nvSpPr>
          <p:cNvPr id="48" name="Google Shape;48;p14"/>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14"/>
          <p:cNvSpPr txBox="1"/>
          <p:nvPr>
            <p:ph type="title"/>
          </p:nvPr>
        </p:nvSpPr>
        <p:spPr>
          <a:xfrm>
            <a:off x="128875" y="228600"/>
            <a:ext cx="6341400" cy="609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cxnSp>
        <p:nvCxnSpPr>
          <p:cNvPr id="50" name="Google Shape;50;p14"/>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cxnSp>
        <p:nvCxnSpPr>
          <p:cNvPr id="51" name="Google Shape;51;p14"/>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CUSTOM_14_2_1">
    <p:spTree>
      <p:nvGrpSpPr>
        <p:cNvPr id="52" name="Shape 52"/>
        <p:cNvGrpSpPr/>
        <p:nvPr/>
      </p:nvGrpSpPr>
      <p:grpSpPr>
        <a:xfrm>
          <a:off x="0" y="0"/>
          <a:ext cx="0" cy="0"/>
          <a:chOff x="0" y="0"/>
          <a:chExt cx="0" cy="0"/>
        </a:xfrm>
      </p:grpSpPr>
      <p:pic>
        <p:nvPicPr>
          <p:cNvPr id="53" name="Google Shape;53;p15"/>
          <p:cNvPicPr preferRelativeResize="0"/>
          <p:nvPr/>
        </p:nvPicPr>
        <p:blipFill rotWithShape="1">
          <a:blip r:embed="rId2">
            <a:alphaModFix/>
          </a:blip>
          <a:srcRect b="36187" l="0" r="0" t="0"/>
          <a:stretch/>
        </p:blipFill>
        <p:spPr>
          <a:xfrm>
            <a:off x="5480550" y="1875"/>
            <a:ext cx="3541498" cy="1289501"/>
          </a:xfrm>
          <a:prstGeom prst="rect">
            <a:avLst/>
          </a:prstGeom>
          <a:gradFill>
            <a:gsLst>
              <a:gs pos="0">
                <a:srgbClr val="808978"/>
              </a:gs>
              <a:gs pos="58000">
                <a:schemeClr val="dk1"/>
              </a:gs>
              <a:gs pos="100000">
                <a:schemeClr val="dk1"/>
              </a:gs>
            </a:gsLst>
            <a:path path="circle">
              <a:fillToRect b="50%" l="50%" r="50%" t="50%"/>
            </a:path>
            <a:tileRect/>
          </a:gradFill>
          <a:ln>
            <a:noFill/>
          </a:ln>
        </p:spPr>
      </p:pic>
      <p:sp>
        <p:nvSpPr>
          <p:cNvPr id="54" name="Google Shape;54;p15"/>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5"/>
          <p:cNvSpPr txBox="1"/>
          <p:nvPr>
            <p:ph type="title"/>
          </p:nvPr>
        </p:nvSpPr>
        <p:spPr>
          <a:xfrm>
            <a:off x="128875" y="228600"/>
            <a:ext cx="6341400" cy="609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grpSp>
        <p:nvGrpSpPr>
          <p:cNvPr id="56" name="Google Shape;56;p15"/>
          <p:cNvGrpSpPr/>
          <p:nvPr/>
        </p:nvGrpSpPr>
        <p:grpSpPr>
          <a:xfrm>
            <a:off x="118800" y="0"/>
            <a:ext cx="8904450" cy="5135400"/>
            <a:chOff x="118800" y="0"/>
            <a:chExt cx="8904450" cy="5135400"/>
          </a:xfrm>
        </p:grpSpPr>
        <p:cxnSp>
          <p:nvCxnSpPr>
            <p:cNvPr id="57" name="Google Shape;57;p15"/>
            <p:cNvCxnSpPr/>
            <p:nvPr/>
          </p:nvCxnSpPr>
          <p:spPr>
            <a:xfrm>
              <a:off x="9023250" y="0"/>
              <a:ext cx="0" cy="5135400"/>
            </a:xfrm>
            <a:prstGeom prst="straightConnector1">
              <a:avLst/>
            </a:prstGeom>
            <a:noFill/>
            <a:ln cap="flat" cmpd="sng" w="9525">
              <a:solidFill>
                <a:schemeClr val="dk2"/>
              </a:solidFill>
              <a:prstDash val="solid"/>
              <a:round/>
              <a:headEnd len="sm" w="sm" type="none"/>
              <a:tailEnd len="sm" w="sm" type="none"/>
            </a:ln>
          </p:spPr>
        </p:cxnSp>
        <p:cxnSp>
          <p:nvCxnSpPr>
            <p:cNvPr id="58" name="Google Shape;58;p15"/>
            <p:cNvCxnSpPr/>
            <p:nvPr/>
          </p:nvCxnSpPr>
          <p:spPr>
            <a:xfrm>
              <a:off x="118800" y="0"/>
              <a:ext cx="0" cy="5135400"/>
            </a:xfrm>
            <a:prstGeom prst="straightConnector1">
              <a:avLst/>
            </a:prstGeom>
            <a:noFill/>
            <a:ln cap="flat" cmpd="sng" w="9525">
              <a:solidFill>
                <a:schemeClr val="dk2"/>
              </a:solidFill>
              <a:prstDash val="solid"/>
              <a:round/>
              <a:headEnd len="sm" w="sm" type="none"/>
              <a:tailEnd len="sm" w="sm" type="none"/>
            </a:ln>
          </p:spPr>
        </p:cxnSp>
        <p:cxnSp>
          <p:nvCxnSpPr>
            <p:cNvPr id="59" name="Google Shape;59;p15"/>
            <p:cNvCxnSpPr/>
            <p:nvPr/>
          </p:nvCxnSpPr>
          <p:spPr>
            <a:xfrm>
              <a:off x="128875" y="1291375"/>
              <a:ext cx="8890200" cy="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
    <p:spTree>
      <p:nvGrpSpPr>
        <p:cNvPr id="60" name="Shape 60"/>
        <p:cNvGrpSpPr/>
        <p:nvPr/>
      </p:nvGrpSpPr>
      <p:grpSpPr>
        <a:xfrm>
          <a:off x="0" y="0"/>
          <a:ext cx="0" cy="0"/>
          <a:chOff x="0" y="0"/>
          <a:chExt cx="0" cy="0"/>
        </a:xfrm>
      </p:grpSpPr>
      <p:pic>
        <p:nvPicPr>
          <p:cNvPr id="61" name="Google Shape;61;p16"/>
          <p:cNvPicPr preferRelativeResize="0"/>
          <p:nvPr/>
        </p:nvPicPr>
        <p:blipFill rotWithShape="1">
          <a:blip r:embed="rId2">
            <a:alphaModFix/>
          </a:blip>
          <a:srcRect b="55478" l="0" r="16387" t="0"/>
          <a:stretch/>
        </p:blipFill>
        <p:spPr>
          <a:xfrm>
            <a:off x="4727250" y="450"/>
            <a:ext cx="4289751" cy="1284901"/>
          </a:xfrm>
          <a:prstGeom prst="rect">
            <a:avLst/>
          </a:prstGeom>
          <a:noFill/>
          <a:ln>
            <a:noFill/>
          </a:ln>
        </p:spPr>
      </p:pic>
      <p:sp>
        <p:nvSpPr>
          <p:cNvPr id="62" name="Google Shape;62;p16"/>
          <p:cNvSpPr/>
          <p:nvPr>
            <p:ph idx="2" type="pic"/>
          </p:nvPr>
        </p:nvSpPr>
        <p:spPr>
          <a:xfrm>
            <a:off x="131575" y="6"/>
            <a:ext cx="2533200" cy="1285800"/>
          </a:xfrm>
          <a:prstGeom prst="rect">
            <a:avLst/>
          </a:prstGeom>
          <a:noFill/>
          <a:ln>
            <a:noFill/>
          </a:ln>
        </p:spPr>
      </p:sp>
      <p:sp>
        <p:nvSpPr>
          <p:cNvPr id="63" name="Google Shape;63;p16"/>
          <p:cNvSpPr txBox="1"/>
          <p:nvPr>
            <p:ph type="title"/>
          </p:nvPr>
        </p:nvSpPr>
        <p:spPr>
          <a:xfrm>
            <a:off x="128875" y="1291375"/>
            <a:ext cx="7623300" cy="362100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SzPts val="4800"/>
              <a:buNone/>
              <a:defRPr sz="4800"/>
            </a:lvl1pPr>
            <a:lvl2pPr lvl="1" algn="l">
              <a:lnSpc>
                <a:spcPct val="115000"/>
              </a:lnSpc>
              <a:spcBef>
                <a:spcPts val="0"/>
              </a:spcBef>
              <a:spcAft>
                <a:spcPts val="0"/>
              </a:spcAft>
              <a:buSzPts val="4800"/>
              <a:buNone/>
              <a:defRPr sz="4800">
                <a:latin typeface="Poppins SemiBold"/>
                <a:ea typeface="Poppins SemiBold"/>
                <a:cs typeface="Poppins SemiBold"/>
                <a:sym typeface="Poppins SemiBold"/>
              </a:defRPr>
            </a:lvl2pPr>
            <a:lvl3pPr lvl="2" algn="l">
              <a:lnSpc>
                <a:spcPct val="115000"/>
              </a:lnSpc>
              <a:spcBef>
                <a:spcPts val="0"/>
              </a:spcBef>
              <a:spcAft>
                <a:spcPts val="0"/>
              </a:spcAft>
              <a:buSzPts val="4800"/>
              <a:buNone/>
              <a:defRPr sz="4800">
                <a:latin typeface="Poppins SemiBold"/>
                <a:ea typeface="Poppins SemiBold"/>
                <a:cs typeface="Poppins SemiBold"/>
                <a:sym typeface="Poppins SemiBold"/>
              </a:defRPr>
            </a:lvl3pPr>
            <a:lvl4pPr lvl="3" algn="l">
              <a:lnSpc>
                <a:spcPct val="115000"/>
              </a:lnSpc>
              <a:spcBef>
                <a:spcPts val="0"/>
              </a:spcBef>
              <a:spcAft>
                <a:spcPts val="0"/>
              </a:spcAft>
              <a:buSzPts val="4800"/>
              <a:buNone/>
              <a:defRPr sz="4800">
                <a:latin typeface="Poppins SemiBold"/>
                <a:ea typeface="Poppins SemiBold"/>
                <a:cs typeface="Poppins SemiBold"/>
                <a:sym typeface="Poppins SemiBold"/>
              </a:defRPr>
            </a:lvl4pPr>
            <a:lvl5pPr lvl="4" algn="l">
              <a:lnSpc>
                <a:spcPct val="115000"/>
              </a:lnSpc>
              <a:spcBef>
                <a:spcPts val="0"/>
              </a:spcBef>
              <a:spcAft>
                <a:spcPts val="0"/>
              </a:spcAft>
              <a:buSzPts val="4800"/>
              <a:buNone/>
              <a:defRPr sz="4800">
                <a:latin typeface="Poppins SemiBold"/>
                <a:ea typeface="Poppins SemiBold"/>
                <a:cs typeface="Poppins SemiBold"/>
                <a:sym typeface="Poppins SemiBold"/>
              </a:defRPr>
            </a:lvl5pPr>
            <a:lvl6pPr lvl="5" algn="l">
              <a:lnSpc>
                <a:spcPct val="115000"/>
              </a:lnSpc>
              <a:spcBef>
                <a:spcPts val="0"/>
              </a:spcBef>
              <a:spcAft>
                <a:spcPts val="0"/>
              </a:spcAft>
              <a:buSzPts val="4800"/>
              <a:buNone/>
              <a:defRPr sz="4800">
                <a:latin typeface="Poppins SemiBold"/>
                <a:ea typeface="Poppins SemiBold"/>
                <a:cs typeface="Poppins SemiBold"/>
                <a:sym typeface="Poppins SemiBold"/>
              </a:defRPr>
            </a:lvl6pPr>
            <a:lvl7pPr lvl="6" algn="l">
              <a:lnSpc>
                <a:spcPct val="115000"/>
              </a:lnSpc>
              <a:spcBef>
                <a:spcPts val="0"/>
              </a:spcBef>
              <a:spcAft>
                <a:spcPts val="0"/>
              </a:spcAft>
              <a:buSzPts val="4800"/>
              <a:buNone/>
              <a:defRPr sz="4800">
                <a:latin typeface="Poppins SemiBold"/>
                <a:ea typeface="Poppins SemiBold"/>
                <a:cs typeface="Poppins SemiBold"/>
                <a:sym typeface="Poppins SemiBold"/>
              </a:defRPr>
            </a:lvl7pPr>
            <a:lvl8pPr lvl="7" algn="l">
              <a:lnSpc>
                <a:spcPct val="115000"/>
              </a:lnSpc>
              <a:spcBef>
                <a:spcPts val="0"/>
              </a:spcBef>
              <a:spcAft>
                <a:spcPts val="0"/>
              </a:spcAft>
              <a:buSzPts val="4800"/>
              <a:buNone/>
              <a:defRPr sz="4800">
                <a:latin typeface="Poppins SemiBold"/>
                <a:ea typeface="Poppins SemiBold"/>
                <a:cs typeface="Poppins SemiBold"/>
                <a:sym typeface="Poppins SemiBold"/>
              </a:defRPr>
            </a:lvl8pPr>
            <a:lvl9pPr lvl="8" algn="l">
              <a:lnSpc>
                <a:spcPct val="115000"/>
              </a:lnSpc>
              <a:spcBef>
                <a:spcPts val="0"/>
              </a:spcBef>
              <a:spcAft>
                <a:spcPts val="0"/>
              </a:spcAft>
              <a:buSzPts val="4800"/>
              <a:buNone/>
              <a:defRPr sz="4800">
                <a:latin typeface="Poppins SemiBold"/>
                <a:ea typeface="Poppins SemiBold"/>
                <a:cs typeface="Poppins SemiBold"/>
                <a:sym typeface="Poppins SemiBold"/>
              </a:defRPr>
            </a:lvl9pPr>
          </a:lstStyle>
          <a:p/>
        </p:txBody>
      </p:sp>
      <p:sp>
        <p:nvSpPr>
          <p:cNvPr id="64" name="Google Shape;64;p16"/>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65" name="Google Shape;65;p16"/>
          <p:cNvGrpSpPr/>
          <p:nvPr/>
        </p:nvGrpSpPr>
        <p:grpSpPr>
          <a:xfrm>
            <a:off x="128875" y="0"/>
            <a:ext cx="8894375" cy="5144700"/>
            <a:chOff x="128875" y="0"/>
            <a:chExt cx="8894375" cy="5144700"/>
          </a:xfrm>
        </p:grpSpPr>
        <p:cxnSp>
          <p:nvCxnSpPr>
            <p:cNvPr id="66" name="Google Shape;66;p16"/>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cxnSp>
          <p:nvCxnSpPr>
            <p:cNvPr id="67" name="Google Shape;67;p16"/>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cxnSp>
          <p:nvCxnSpPr>
            <p:cNvPr id="68" name="Google Shape;68;p16"/>
            <p:cNvCxnSpPr/>
            <p:nvPr/>
          </p:nvCxnSpPr>
          <p:spPr>
            <a:xfrm>
              <a:off x="128875" y="1287125"/>
              <a:ext cx="8892000" cy="0"/>
            </a:xfrm>
            <a:prstGeom prst="straightConnector1">
              <a:avLst/>
            </a:prstGeom>
            <a:noFill/>
            <a:ln cap="flat" cmpd="sng" w="9525">
              <a:solidFill>
                <a:schemeClr val="dk2"/>
              </a:solidFill>
              <a:prstDash val="solid"/>
              <a:round/>
              <a:headEnd len="sm" w="sm" type="none"/>
              <a:tailEnd len="sm" w="sm" type="none"/>
            </a:ln>
          </p:spPr>
        </p:cxnSp>
      </p:grpSp>
      <p:sp>
        <p:nvSpPr>
          <p:cNvPr id="69" name="Google Shape;69;p16"/>
          <p:cNvSpPr txBox="1"/>
          <p:nvPr>
            <p:ph idx="1" type="subTitle"/>
          </p:nvPr>
        </p:nvSpPr>
        <p:spPr>
          <a:xfrm>
            <a:off x="5364800" y="4526452"/>
            <a:ext cx="3652200" cy="3387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r">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2pPr>
            <a:lvl3pPr lvl="2" algn="r">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3pPr>
            <a:lvl4pPr lvl="3" algn="r">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4pPr>
            <a:lvl5pPr lvl="4" algn="r">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5pPr>
            <a:lvl6pPr lvl="5" algn="r">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6pPr>
            <a:lvl7pPr lvl="6" algn="r">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7pPr>
            <a:lvl8pPr lvl="7" algn="r">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8pPr>
            <a:lvl9pPr lvl="8" algn="r">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
  <p:cSld name="BLANK_1_1_1_1_1_1_1_1_1_1_2">
    <p:spTree>
      <p:nvGrpSpPr>
        <p:cNvPr id="70" name="Shape 70"/>
        <p:cNvGrpSpPr/>
        <p:nvPr/>
      </p:nvGrpSpPr>
      <p:grpSpPr>
        <a:xfrm>
          <a:off x="0" y="0"/>
          <a:ext cx="0" cy="0"/>
          <a:chOff x="0" y="0"/>
          <a:chExt cx="0" cy="0"/>
        </a:xfrm>
      </p:grpSpPr>
      <p:sp>
        <p:nvSpPr>
          <p:cNvPr id="71" name="Google Shape;71;p17"/>
          <p:cNvSpPr txBox="1"/>
          <p:nvPr>
            <p:ph idx="1" type="subTitle"/>
          </p:nvPr>
        </p:nvSpPr>
        <p:spPr>
          <a:xfrm>
            <a:off x="3940150" y="1291385"/>
            <a:ext cx="2541000" cy="2570100"/>
          </a:xfrm>
          <a:prstGeom prst="rect">
            <a:avLst/>
          </a:prstGeom>
          <a:noFill/>
          <a:ln>
            <a:noFill/>
          </a:ln>
        </p:spPr>
        <p:txBody>
          <a:bodyPr anchorCtr="0" anchor="t" bIns="182875" lIns="182875" spcFirstLastPara="1" rIns="182875" wrap="square" tIns="182875">
            <a:noAutofit/>
          </a:bodyPr>
          <a:lstStyle>
            <a:lvl1pPr lvl="0"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9pPr>
          </a:lstStyle>
          <a:p/>
        </p:txBody>
      </p:sp>
      <p:sp>
        <p:nvSpPr>
          <p:cNvPr id="72" name="Google Shape;72;p17"/>
          <p:cNvSpPr/>
          <p:nvPr>
            <p:ph idx="2" type="pic"/>
          </p:nvPr>
        </p:nvSpPr>
        <p:spPr>
          <a:xfrm>
            <a:off x="134150" y="1296400"/>
            <a:ext cx="1260000" cy="1272600"/>
          </a:xfrm>
          <a:prstGeom prst="rect">
            <a:avLst/>
          </a:prstGeom>
          <a:noFill/>
          <a:ln>
            <a:noFill/>
          </a:ln>
        </p:spPr>
      </p:sp>
      <p:sp>
        <p:nvSpPr>
          <p:cNvPr id="73" name="Google Shape;73;p17"/>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4" name="Google Shape;74;p17"/>
          <p:cNvSpPr txBox="1"/>
          <p:nvPr>
            <p:ph type="title"/>
          </p:nvPr>
        </p:nvSpPr>
        <p:spPr>
          <a:xfrm>
            <a:off x="1453925" y="228600"/>
            <a:ext cx="6202200" cy="567600"/>
          </a:xfrm>
          <a:prstGeom prst="rect">
            <a:avLst/>
          </a:prstGeom>
          <a:noFill/>
          <a:ln>
            <a:noFill/>
          </a:ln>
        </p:spPr>
        <p:txBody>
          <a:bodyPr anchorCtr="0" anchor="t" bIns="0" lIns="91425" spcFirstLastPara="1" rIns="91425" wrap="square" tIns="0">
            <a:spAutoFit/>
          </a:bodyPr>
          <a:lstStyle>
            <a:lvl1pPr lvl="0" algn="l">
              <a:lnSpc>
                <a:spcPct val="85000"/>
              </a:lnSpc>
              <a:spcBef>
                <a:spcPts val="0"/>
              </a:spcBef>
              <a:spcAft>
                <a:spcPts val="0"/>
              </a:spcAft>
              <a:buSzPts val="3600"/>
              <a:buNone/>
              <a:defRPr sz="36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75" name="Google Shape;75;p17"/>
          <p:cNvSpPr txBox="1"/>
          <p:nvPr>
            <p:ph idx="3" type="subTitle"/>
          </p:nvPr>
        </p:nvSpPr>
        <p:spPr>
          <a:xfrm>
            <a:off x="1399375" y="1291225"/>
            <a:ext cx="2541000" cy="2570100"/>
          </a:xfrm>
          <a:prstGeom prst="rect">
            <a:avLst/>
          </a:prstGeom>
          <a:noFill/>
          <a:ln>
            <a:noFill/>
          </a:ln>
        </p:spPr>
        <p:txBody>
          <a:bodyPr anchorCtr="0" anchor="t" bIns="182875" lIns="182875" spcFirstLastPara="1" rIns="182875" wrap="square" tIns="182875">
            <a:noAutofit/>
          </a:bodyPr>
          <a:lstStyle>
            <a:lvl1pPr lvl="0"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9pPr>
          </a:lstStyle>
          <a:p/>
        </p:txBody>
      </p:sp>
      <p:sp>
        <p:nvSpPr>
          <p:cNvPr id="76" name="Google Shape;76;p17"/>
          <p:cNvSpPr txBox="1"/>
          <p:nvPr>
            <p:ph idx="4" type="subTitle"/>
          </p:nvPr>
        </p:nvSpPr>
        <p:spPr>
          <a:xfrm>
            <a:off x="6481150" y="2579575"/>
            <a:ext cx="2541000" cy="2163900"/>
          </a:xfrm>
          <a:prstGeom prst="rect">
            <a:avLst/>
          </a:prstGeom>
          <a:noFill/>
          <a:ln>
            <a:noFill/>
          </a:ln>
        </p:spPr>
        <p:txBody>
          <a:bodyPr anchorCtr="0" anchor="t" bIns="182875" lIns="182875" spcFirstLastPara="1" rIns="182875" wrap="square" tIns="182875">
            <a:noAutofit/>
          </a:bodyPr>
          <a:lstStyle>
            <a:lvl1pPr lvl="0"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9pPr>
          </a:lstStyle>
          <a:p/>
        </p:txBody>
      </p:sp>
      <p:cxnSp>
        <p:nvCxnSpPr>
          <p:cNvPr id="77" name="Google Shape;77;p17"/>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cxnSp>
        <p:nvCxnSpPr>
          <p:cNvPr id="78" name="Google Shape;78;p17"/>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79" name="Shape 79"/>
        <p:cNvGrpSpPr/>
        <p:nvPr/>
      </p:nvGrpSpPr>
      <p:grpSpPr>
        <a:xfrm>
          <a:off x="0" y="0"/>
          <a:ext cx="0" cy="0"/>
          <a:chOff x="0" y="0"/>
          <a:chExt cx="0" cy="0"/>
        </a:xfrm>
      </p:grpSpPr>
      <p:sp>
        <p:nvSpPr>
          <p:cNvPr id="80" name="Google Shape;80;p18"/>
          <p:cNvSpPr txBox="1"/>
          <p:nvPr>
            <p:ph type="title"/>
          </p:nvPr>
        </p:nvSpPr>
        <p:spPr>
          <a:xfrm>
            <a:off x="1408575" y="2585875"/>
            <a:ext cx="350100" cy="350700"/>
          </a:xfrm>
          <a:prstGeom prst="rect">
            <a:avLst/>
          </a:prstGeom>
          <a:noFill/>
          <a:ln>
            <a:noFill/>
          </a:ln>
        </p:spPr>
        <p:txBody>
          <a:bodyPr anchorCtr="0" anchor="ctr" bIns="91425" lIns="91425" spcFirstLastPara="1" rIns="93725" wrap="square" tIns="91425">
            <a:spAutoFit/>
          </a:bodyPr>
          <a:lstStyle>
            <a:lvl1pPr lvl="0" algn="ctr">
              <a:lnSpc>
                <a:spcPct val="90000"/>
              </a:lnSpc>
              <a:spcBef>
                <a:spcPts val="0"/>
              </a:spcBef>
              <a:spcAft>
                <a:spcPts val="0"/>
              </a:spcAft>
              <a:buClr>
                <a:schemeClr val="dk1"/>
              </a:buClr>
              <a:buSzPts val="900"/>
              <a:buFont typeface="Poppins"/>
              <a:buNone/>
              <a:defRPr sz="900">
                <a:solidFill>
                  <a:schemeClr val="dk1"/>
                </a:solidFill>
              </a:defRPr>
            </a:lvl1pPr>
            <a:lvl2pPr lvl="1" algn="l">
              <a:lnSpc>
                <a:spcPct val="115000"/>
              </a:lnSpc>
              <a:spcBef>
                <a:spcPts val="0"/>
              </a:spcBef>
              <a:spcAft>
                <a:spcPts val="0"/>
              </a:spcAft>
              <a:buSzPts val="1400"/>
              <a:buFont typeface="Poppins"/>
              <a:buNone/>
              <a:defRPr>
                <a:latin typeface="Poppins"/>
                <a:ea typeface="Poppins"/>
                <a:cs typeface="Poppins"/>
                <a:sym typeface="Poppins"/>
              </a:defRPr>
            </a:lvl2pPr>
            <a:lvl3pPr lvl="2" algn="l">
              <a:lnSpc>
                <a:spcPct val="115000"/>
              </a:lnSpc>
              <a:spcBef>
                <a:spcPts val="0"/>
              </a:spcBef>
              <a:spcAft>
                <a:spcPts val="0"/>
              </a:spcAft>
              <a:buSzPts val="1400"/>
              <a:buFont typeface="Poppins"/>
              <a:buNone/>
              <a:defRPr>
                <a:latin typeface="Poppins"/>
                <a:ea typeface="Poppins"/>
                <a:cs typeface="Poppins"/>
                <a:sym typeface="Poppins"/>
              </a:defRPr>
            </a:lvl3pPr>
            <a:lvl4pPr lvl="3" algn="l">
              <a:lnSpc>
                <a:spcPct val="115000"/>
              </a:lnSpc>
              <a:spcBef>
                <a:spcPts val="0"/>
              </a:spcBef>
              <a:spcAft>
                <a:spcPts val="0"/>
              </a:spcAft>
              <a:buSzPts val="1400"/>
              <a:buFont typeface="Poppins"/>
              <a:buNone/>
              <a:defRPr>
                <a:latin typeface="Poppins"/>
                <a:ea typeface="Poppins"/>
                <a:cs typeface="Poppins"/>
                <a:sym typeface="Poppins"/>
              </a:defRPr>
            </a:lvl4pPr>
            <a:lvl5pPr lvl="4" algn="l">
              <a:lnSpc>
                <a:spcPct val="115000"/>
              </a:lnSpc>
              <a:spcBef>
                <a:spcPts val="0"/>
              </a:spcBef>
              <a:spcAft>
                <a:spcPts val="0"/>
              </a:spcAft>
              <a:buSzPts val="1400"/>
              <a:buFont typeface="Poppins"/>
              <a:buNone/>
              <a:defRPr>
                <a:latin typeface="Poppins"/>
                <a:ea typeface="Poppins"/>
                <a:cs typeface="Poppins"/>
                <a:sym typeface="Poppins"/>
              </a:defRPr>
            </a:lvl5pPr>
            <a:lvl6pPr lvl="5" algn="l">
              <a:lnSpc>
                <a:spcPct val="115000"/>
              </a:lnSpc>
              <a:spcBef>
                <a:spcPts val="0"/>
              </a:spcBef>
              <a:spcAft>
                <a:spcPts val="0"/>
              </a:spcAft>
              <a:buSzPts val="1400"/>
              <a:buFont typeface="Poppins"/>
              <a:buNone/>
              <a:defRPr>
                <a:latin typeface="Poppins"/>
                <a:ea typeface="Poppins"/>
                <a:cs typeface="Poppins"/>
                <a:sym typeface="Poppins"/>
              </a:defRPr>
            </a:lvl6pPr>
            <a:lvl7pPr lvl="6" algn="l">
              <a:lnSpc>
                <a:spcPct val="115000"/>
              </a:lnSpc>
              <a:spcBef>
                <a:spcPts val="0"/>
              </a:spcBef>
              <a:spcAft>
                <a:spcPts val="0"/>
              </a:spcAft>
              <a:buSzPts val="1400"/>
              <a:buFont typeface="Poppins"/>
              <a:buNone/>
              <a:defRPr>
                <a:latin typeface="Poppins"/>
                <a:ea typeface="Poppins"/>
                <a:cs typeface="Poppins"/>
                <a:sym typeface="Poppins"/>
              </a:defRPr>
            </a:lvl7pPr>
            <a:lvl8pPr lvl="7" algn="l">
              <a:lnSpc>
                <a:spcPct val="115000"/>
              </a:lnSpc>
              <a:spcBef>
                <a:spcPts val="0"/>
              </a:spcBef>
              <a:spcAft>
                <a:spcPts val="0"/>
              </a:spcAft>
              <a:buSzPts val="1400"/>
              <a:buFont typeface="Poppins"/>
              <a:buNone/>
              <a:defRPr>
                <a:latin typeface="Poppins"/>
                <a:ea typeface="Poppins"/>
                <a:cs typeface="Poppins"/>
                <a:sym typeface="Poppins"/>
              </a:defRPr>
            </a:lvl8pPr>
            <a:lvl9pPr lvl="8" algn="l">
              <a:lnSpc>
                <a:spcPct val="115000"/>
              </a:lnSpc>
              <a:spcBef>
                <a:spcPts val="0"/>
              </a:spcBef>
              <a:spcAft>
                <a:spcPts val="0"/>
              </a:spcAft>
              <a:buSzPts val="1400"/>
              <a:buFont typeface="Poppins"/>
              <a:buNone/>
              <a:defRPr>
                <a:latin typeface="Poppins"/>
                <a:ea typeface="Poppins"/>
                <a:cs typeface="Poppins"/>
                <a:sym typeface="Poppins"/>
              </a:defRPr>
            </a:lvl9pPr>
          </a:lstStyle>
          <a:p/>
        </p:txBody>
      </p:sp>
      <p:sp>
        <p:nvSpPr>
          <p:cNvPr id="81" name="Google Shape;81;p18"/>
          <p:cNvSpPr txBox="1"/>
          <p:nvPr>
            <p:ph idx="2" type="title"/>
          </p:nvPr>
        </p:nvSpPr>
        <p:spPr>
          <a:xfrm>
            <a:off x="2669675" y="3867775"/>
            <a:ext cx="350100" cy="350700"/>
          </a:xfrm>
          <a:prstGeom prst="rect">
            <a:avLst/>
          </a:prstGeom>
          <a:noFill/>
          <a:ln>
            <a:noFill/>
          </a:ln>
        </p:spPr>
        <p:txBody>
          <a:bodyPr anchorCtr="0" anchor="ctr" bIns="91425" lIns="91425" spcFirstLastPara="1" rIns="93725" wrap="square" tIns="91425">
            <a:spAutoFit/>
          </a:bodyPr>
          <a:lstStyle>
            <a:lvl1pPr lvl="0" algn="ctr">
              <a:lnSpc>
                <a:spcPct val="90000"/>
              </a:lnSpc>
              <a:spcBef>
                <a:spcPts val="0"/>
              </a:spcBef>
              <a:spcAft>
                <a:spcPts val="0"/>
              </a:spcAft>
              <a:buClr>
                <a:schemeClr val="accent6"/>
              </a:buClr>
              <a:buSzPts val="900"/>
              <a:buFont typeface="Poppins"/>
              <a:buNone/>
              <a:defRPr sz="900">
                <a:solidFill>
                  <a:schemeClr val="accent6"/>
                </a:solidFill>
              </a:defRPr>
            </a:lvl1pPr>
            <a:lvl2pPr lvl="1" algn="ctr">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2pPr>
            <a:lvl3pPr lvl="2" algn="ctr">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3pPr>
            <a:lvl4pPr lvl="3" algn="ctr">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4pPr>
            <a:lvl5pPr lvl="4" algn="ctr">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5pPr>
            <a:lvl6pPr lvl="5" algn="ctr">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6pPr>
            <a:lvl7pPr lvl="6" algn="ctr">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7pPr>
            <a:lvl8pPr lvl="7" algn="ctr">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8pPr>
            <a:lvl9pPr lvl="8" algn="ctr">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9pPr>
          </a:lstStyle>
          <a:p/>
        </p:txBody>
      </p:sp>
      <p:sp>
        <p:nvSpPr>
          <p:cNvPr id="82" name="Google Shape;82;p18"/>
          <p:cNvSpPr txBox="1"/>
          <p:nvPr>
            <p:ph idx="3" type="title"/>
          </p:nvPr>
        </p:nvSpPr>
        <p:spPr>
          <a:xfrm>
            <a:off x="5217125" y="3861475"/>
            <a:ext cx="346200" cy="350700"/>
          </a:xfrm>
          <a:prstGeom prst="rect">
            <a:avLst/>
          </a:prstGeom>
          <a:noFill/>
          <a:ln>
            <a:noFill/>
          </a:ln>
        </p:spPr>
        <p:txBody>
          <a:bodyPr anchorCtr="0" anchor="ctr" bIns="91425" lIns="91425" spcFirstLastPara="1" rIns="93725" wrap="square" tIns="91425">
            <a:spAutoFit/>
          </a:bodyPr>
          <a:lstStyle>
            <a:lvl1pPr lvl="0" algn="ctr">
              <a:lnSpc>
                <a:spcPct val="90000"/>
              </a:lnSpc>
              <a:spcBef>
                <a:spcPts val="0"/>
              </a:spcBef>
              <a:spcAft>
                <a:spcPts val="0"/>
              </a:spcAft>
              <a:buClr>
                <a:schemeClr val="accent6"/>
              </a:buClr>
              <a:buSzPts val="900"/>
              <a:buFont typeface="Poppins"/>
              <a:buNone/>
              <a:defRPr sz="900">
                <a:solidFill>
                  <a:schemeClr val="accent6"/>
                </a:solidFill>
              </a:defRPr>
            </a:lvl1pPr>
            <a:lvl2pPr lvl="1"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2pPr>
            <a:lvl3pPr lvl="2"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3pPr>
            <a:lvl4pPr lvl="3"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4pPr>
            <a:lvl5pPr lvl="4"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5pPr>
            <a:lvl6pPr lvl="5"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6pPr>
            <a:lvl7pPr lvl="6"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7pPr>
            <a:lvl8pPr lvl="7"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8pPr>
            <a:lvl9pPr lvl="8"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9pPr>
          </a:lstStyle>
          <a:p/>
        </p:txBody>
      </p:sp>
      <p:sp>
        <p:nvSpPr>
          <p:cNvPr id="83" name="Google Shape;83;p18"/>
          <p:cNvSpPr txBox="1"/>
          <p:nvPr>
            <p:ph idx="4" type="title"/>
          </p:nvPr>
        </p:nvSpPr>
        <p:spPr>
          <a:xfrm>
            <a:off x="3947363" y="2579575"/>
            <a:ext cx="350100" cy="350700"/>
          </a:xfrm>
          <a:prstGeom prst="rect">
            <a:avLst/>
          </a:prstGeom>
          <a:noFill/>
          <a:ln>
            <a:noFill/>
          </a:ln>
        </p:spPr>
        <p:txBody>
          <a:bodyPr anchorCtr="0" anchor="ctr" bIns="91425" lIns="91425" spcFirstLastPara="1" rIns="93725" wrap="square" tIns="91425">
            <a:spAutoFit/>
          </a:bodyPr>
          <a:lstStyle>
            <a:lvl1pPr lvl="0" algn="ctr">
              <a:lnSpc>
                <a:spcPct val="90000"/>
              </a:lnSpc>
              <a:spcBef>
                <a:spcPts val="0"/>
              </a:spcBef>
              <a:spcAft>
                <a:spcPts val="0"/>
              </a:spcAft>
              <a:buClr>
                <a:schemeClr val="accent6"/>
              </a:buClr>
              <a:buSzPts val="900"/>
              <a:buFont typeface="Poppins"/>
              <a:buNone/>
              <a:defRPr sz="900">
                <a:solidFill>
                  <a:schemeClr val="accent6"/>
                </a:solidFill>
              </a:defRPr>
            </a:lvl1pPr>
            <a:lvl2pPr lvl="1"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2pPr>
            <a:lvl3pPr lvl="2"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3pPr>
            <a:lvl4pPr lvl="3"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4pPr>
            <a:lvl5pPr lvl="4"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5pPr>
            <a:lvl6pPr lvl="5"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6pPr>
            <a:lvl7pPr lvl="6"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7pPr>
            <a:lvl8pPr lvl="7"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8pPr>
            <a:lvl9pPr lvl="8"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9pPr>
          </a:lstStyle>
          <a:p/>
        </p:txBody>
      </p:sp>
      <p:sp>
        <p:nvSpPr>
          <p:cNvPr id="84" name="Google Shape;84;p18"/>
          <p:cNvSpPr txBox="1"/>
          <p:nvPr>
            <p:ph idx="5" type="title"/>
          </p:nvPr>
        </p:nvSpPr>
        <p:spPr>
          <a:xfrm>
            <a:off x="6489150" y="2579575"/>
            <a:ext cx="346200" cy="350700"/>
          </a:xfrm>
          <a:prstGeom prst="rect">
            <a:avLst/>
          </a:prstGeom>
          <a:noFill/>
          <a:ln>
            <a:noFill/>
          </a:ln>
        </p:spPr>
        <p:txBody>
          <a:bodyPr anchorCtr="0" anchor="ctr" bIns="91425" lIns="91425" spcFirstLastPara="1" rIns="93725" wrap="square" tIns="91425">
            <a:spAutoFit/>
          </a:bodyPr>
          <a:lstStyle>
            <a:lvl1pPr lvl="0" algn="ctr">
              <a:lnSpc>
                <a:spcPct val="90000"/>
              </a:lnSpc>
              <a:spcBef>
                <a:spcPts val="0"/>
              </a:spcBef>
              <a:spcAft>
                <a:spcPts val="0"/>
              </a:spcAft>
              <a:buClr>
                <a:schemeClr val="accent6"/>
              </a:buClr>
              <a:buSzPts val="900"/>
              <a:buFont typeface="Poppins"/>
              <a:buNone/>
              <a:defRPr sz="900">
                <a:solidFill>
                  <a:schemeClr val="accent6"/>
                </a:solidFill>
              </a:defRPr>
            </a:lvl1pPr>
            <a:lvl2pPr lvl="1"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2pPr>
            <a:lvl3pPr lvl="2"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3pPr>
            <a:lvl4pPr lvl="3"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4pPr>
            <a:lvl5pPr lvl="4"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5pPr>
            <a:lvl6pPr lvl="5"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6pPr>
            <a:lvl7pPr lvl="6"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7pPr>
            <a:lvl8pPr lvl="7"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8pPr>
            <a:lvl9pPr lvl="8"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9pPr>
          </a:lstStyle>
          <a:p/>
        </p:txBody>
      </p:sp>
      <p:sp>
        <p:nvSpPr>
          <p:cNvPr id="85" name="Google Shape;85;p18"/>
          <p:cNvSpPr txBox="1"/>
          <p:nvPr>
            <p:ph idx="1" type="subTitle"/>
          </p:nvPr>
        </p:nvSpPr>
        <p:spPr>
          <a:xfrm>
            <a:off x="1736450" y="2585875"/>
            <a:ext cx="2206800" cy="308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9pPr>
          </a:lstStyle>
          <a:p/>
        </p:txBody>
      </p:sp>
      <p:sp>
        <p:nvSpPr>
          <p:cNvPr id="86" name="Google Shape;86;p18"/>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87" name="Google Shape;87;p18"/>
          <p:cNvGrpSpPr/>
          <p:nvPr/>
        </p:nvGrpSpPr>
        <p:grpSpPr>
          <a:xfrm>
            <a:off x="128875" y="0"/>
            <a:ext cx="8894400" cy="5144700"/>
            <a:chOff x="128875" y="0"/>
            <a:chExt cx="8894400" cy="5144700"/>
          </a:xfrm>
        </p:grpSpPr>
        <p:cxnSp>
          <p:nvCxnSpPr>
            <p:cNvPr id="88" name="Google Shape;88;p18"/>
            <p:cNvCxnSpPr/>
            <p:nvPr/>
          </p:nvCxnSpPr>
          <p:spPr>
            <a:xfrm>
              <a:off x="6480997" y="1200"/>
              <a:ext cx="0" cy="3860700"/>
            </a:xfrm>
            <a:prstGeom prst="straightConnector1">
              <a:avLst/>
            </a:prstGeom>
            <a:noFill/>
            <a:ln cap="flat" cmpd="sng" w="9525">
              <a:solidFill>
                <a:schemeClr val="accent3"/>
              </a:solidFill>
              <a:prstDash val="solid"/>
              <a:round/>
              <a:headEnd len="sm" w="sm" type="none"/>
              <a:tailEnd len="sm" w="sm" type="none"/>
            </a:ln>
          </p:spPr>
        </p:cxnSp>
        <p:cxnSp>
          <p:nvCxnSpPr>
            <p:cNvPr id="89" name="Google Shape;89;p18"/>
            <p:cNvCxnSpPr/>
            <p:nvPr/>
          </p:nvCxnSpPr>
          <p:spPr>
            <a:xfrm>
              <a:off x="7752125" y="1200"/>
              <a:ext cx="0" cy="2578500"/>
            </a:xfrm>
            <a:prstGeom prst="straightConnector1">
              <a:avLst/>
            </a:prstGeom>
            <a:noFill/>
            <a:ln cap="flat" cmpd="sng" w="9525">
              <a:solidFill>
                <a:schemeClr val="accent3"/>
              </a:solidFill>
              <a:prstDash val="solid"/>
              <a:round/>
              <a:headEnd len="sm" w="sm" type="none"/>
              <a:tailEnd len="sm" w="sm" type="none"/>
            </a:ln>
          </p:spPr>
        </p:cxnSp>
        <p:cxnSp>
          <p:nvCxnSpPr>
            <p:cNvPr id="90" name="Google Shape;90;p18"/>
            <p:cNvCxnSpPr/>
            <p:nvPr/>
          </p:nvCxnSpPr>
          <p:spPr>
            <a:xfrm>
              <a:off x="128875" y="3861475"/>
              <a:ext cx="8885400" cy="0"/>
            </a:xfrm>
            <a:prstGeom prst="straightConnector1">
              <a:avLst/>
            </a:prstGeom>
            <a:noFill/>
            <a:ln cap="flat" cmpd="sng" w="9525">
              <a:solidFill>
                <a:schemeClr val="accent3"/>
              </a:solidFill>
              <a:prstDash val="solid"/>
              <a:round/>
              <a:headEnd len="sm" w="sm" type="none"/>
              <a:tailEnd len="sm" w="sm" type="none"/>
            </a:ln>
          </p:spPr>
        </p:cxnSp>
        <p:cxnSp>
          <p:nvCxnSpPr>
            <p:cNvPr id="91" name="Google Shape;91;p18"/>
            <p:cNvCxnSpPr/>
            <p:nvPr/>
          </p:nvCxnSpPr>
          <p:spPr>
            <a:xfrm>
              <a:off x="128875" y="2579575"/>
              <a:ext cx="8894400" cy="0"/>
            </a:xfrm>
            <a:prstGeom prst="straightConnector1">
              <a:avLst/>
            </a:prstGeom>
            <a:noFill/>
            <a:ln cap="flat" cmpd="sng" w="9525">
              <a:solidFill>
                <a:schemeClr val="accent3"/>
              </a:solidFill>
              <a:prstDash val="solid"/>
              <a:round/>
              <a:headEnd len="sm" w="sm" type="none"/>
              <a:tailEnd len="sm" w="sm" type="none"/>
            </a:ln>
          </p:spPr>
        </p:cxnSp>
        <p:cxnSp>
          <p:nvCxnSpPr>
            <p:cNvPr id="92" name="Google Shape;92;p18"/>
            <p:cNvCxnSpPr/>
            <p:nvPr/>
          </p:nvCxnSpPr>
          <p:spPr>
            <a:xfrm>
              <a:off x="5212100" y="0"/>
              <a:ext cx="0" cy="2580000"/>
            </a:xfrm>
            <a:prstGeom prst="straightConnector1">
              <a:avLst/>
            </a:prstGeom>
            <a:noFill/>
            <a:ln cap="flat" cmpd="sng" w="9525">
              <a:solidFill>
                <a:schemeClr val="accent3"/>
              </a:solidFill>
              <a:prstDash val="solid"/>
              <a:round/>
              <a:headEnd len="sm" w="sm" type="none"/>
              <a:tailEnd len="sm" w="sm" type="none"/>
            </a:ln>
          </p:spPr>
        </p:cxnSp>
        <p:cxnSp>
          <p:nvCxnSpPr>
            <p:cNvPr id="93" name="Google Shape;93;p18"/>
            <p:cNvCxnSpPr/>
            <p:nvPr/>
          </p:nvCxnSpPr>
          <p:spPr>
            <a:xfrm>
              <a:off x="3940150" y="1291375"/>
              <a:ext cx="0" cy="2571600"/>
            </a:xfrm>
            <a:prstGeom prst="straightConnector1">
              <a:avLst/>
            </a:prstGeom>
            <a:noFill/>
            <a:ln cap="flat" cmpd="sng" w="9525">
              <a:solidFill>
                <a:schemeClr val="accent3"/>
              </a:solidFill>
              <a:prstDash val="solid"/>
              <a:round/>
              <a:headEnd len="sm" w="sm" type="none"/>
              <a:tailEnd len="sm" w="sm" type="none"/>
            </a:ln>
          </p:spPr>
        </p:cxnSp>
        <p:cxnSp>
          <p:nvCxnSpPr>
            <p:cNvPr id="94" name="Google Shape;94;p18"/>
            <p:cNvCxnSpPr/>
            <p:nvPr/>
          </p:nvCxnSpPr>
          <p:spPr>
            <a:xfrm>
              <a:off x="2669725" y="1291375"/>
              <a:ext cx="0" cy="1281900"/>
            </a:xfrm>
            <a:prstGeom prst="straightConnector1">
              <a:avLst/>
            </a:prstGeom>
            <a:noFill/>
            <a:ln cap="flat" cmpd="sng" w="9525">
              <a:solidFill>
                <a:schemeClr val="accent3"/>
              </a:solidFill>
              <a:prstDash val="solid"/>
              <a:round/>
              <a:headEnd len="sm" w="sm" type="none"/>
              <a:tailEnd len="sm" w="sm" type="none"/>
            </a:ln>
          </p:spPr>
        </p:cxnSp>
        <p:cxnSp>
          <p:nvCxnSpPr>
            <p:cNvPr id="95" name="Google Shape;95;p18"/>
            <p:cNvCxnSpPr/>
            <p:nvPr/>
          </p:nvCxnSpPr>
          <p:spPr>
            <a:xfrm>
              <a:off x="1399300" y="1291375"/>
              <a:ext cx="0" cy="3853200"/>
            </a:xfrm>
            <a:prstGeom prst="straightConnector1">
              <a:avLst/>
            </a:prstGeom>
            <a:noFill/>
            <a:ln cap="flat" cmpd="sng" w="9525">
              <a:solidFill>
                <a:schemeClr val="accent3"/>
              </a:solidFill>
              <a:prstDash val="solid"/>
              <a:round/>
              <a:headEnd len="sm" w="sm" type="none"/>
              <a:tailEnd len="sm" w="sm" type="none"/>
            </a:ln>
          </p:spPr>
        </p:cxnSp>
        <p:cxnSp>
          <p:nvCxnSpPr>
            <p:cNvPr id="96" name="Google Shape;96;p18"/>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97" name="Google Shape;97;p18"/>
            <p:cNvCxnSpPr/>
            <p:nvPr/>
          </p:nvCxnSpPr>
          <p:spPr>
            <a:xfrm>
              <a:off x="9023250" y="1200"/>
              <a:ext cx="0" cy="5143500"/>
            </a:xfrm>
            <a:prstGeom prst="straightConnector1">
              <a:avLst/>
            </a:prstGeom>
            <a:noFill/>
            <a:ln cap="flat" cmpd="sng" w="9525">
              <a:solidFill>
                <a:schemeClr val="accent3"/>
              </a:solidFill>
              <a:prstDash val="solid"/>
              <a:round/>
              <a:headEnd len="sm" w="sm" type="none"/>
              <a:tailEnd len="sm" w="sm" type="none"/>
            </a:ln>
          </p:spPr>
        </p:cxnSp>
        <p:cxnSp>
          <p:nvCxnSpPr>
            <p:cNvPr id="98" name="Google Shape;98;p18"/>
            <p:cNvCxnSpPr/>
            <p:nvPr/>
          </p:nvCxnSpPr>
          <p:spPr>
            <a:xfrm>
              <a:off x="128875" y="1291375"/>
              <a:ext cx="8885400" cy="0"/>
            </a:xfrm>
            <a:prstGeom prst="straightConnector1">
              <a:avLst/>
            </a:prstGeom>
            <a:noFill/>
            <a:ln cap="flat" cmpd="sng" w="9525">
              <a:solidFill>
                <a:schemeClr val="accent3"/>
              </a:solidFill>
              <a:prstDash val="solid"/>
              <a:round/>
              <a:headEnd len="sm" w="sm" type="none"/>
              <a:tailEnd len="sm" w="sm" type="none"/>
            </a:ln>
          </p:spPr>
        </p:cxnSp>
        <p:cxnSp>
          <p:nvCxnSpPr>
            <p:cNvPr id="99" name="Google Shape;99;p18"/>
            <p:cNvCxnSpPr/>
            <p:nvPr/>
          </p:nvCxnSpPr>
          <p:spPr>
            <a:xfrm rot="10800000">
              <a:off x="7752125" y="3861112"/>
              <a:ext cx="0" cy="1281900"/>
            </a:xfrm>
            <a:prstGeom prst="straightConnector1">
              <a:avLst/>
            </a:prstGeom>
            <a:noFill/>
            <a:ln cap="flat" cmpd="sng" w="9525">
              <a:solidFill>
                <a:schemeClr val="accent3"/>
              </a:solidFill>
              <a:prstDash val="solid"/>
              <a:round/>
              <a:headEnd len="sm" w="sm" type="none"/>
              <a:tailEnd len="sm" w="sm" type="none"/>
            </a:ln>
          </p:spPr>
        </p:cxnSp>
        <p:cxnSp>
          <p:nvCxnSpPr>
            <p:cNvPr id="100" name="Google Shape;100;p18"/>
            <p:cNvCxnSpPr/>
            <p:nvPr/>
          </p:nvCxnSpPr>
          <p:spPr>
            <a:xfrm rot="10800000">
              <a:off x="5212100" y="3861112"/>
              <a:ext cx="0" cy="1281900"/>
            </a:xfrm>
            <a:prstGeom prst="straightConnector1">
              <a:avLst/>
            </a:prstGeom>
            <a:noFill/>
            <a:ln cap="flat" cmpd="sng" w="9525">
              <a:solidFill>
                <a:schemeClr val="accent3"/>
              </a:solidFill>
              <a:prstDash val="solid"/>
              <a:round/>
              <a:headEnd len="sm" w="sm" type="none"/>
              <a:tailEnd len="sm" w="sm" type="none"/>
            </a:ln>
          </p:spPr>
        </p:cxnSp>
        <p:cxnSp>
          <p:nvCxnSpPr>
            <p:cNvPr id="101" name="Google Shape;101;p18"/>
            <p:cNvCxnSpPr/>
            <p:nvPr/>
          </p:nvCxnSpPr>
          <p:spPr>
            <a:xfrm rot="10800000">
              <a:off x="2672963" y="3861112"/>
              <a:ext cx="0" cy="1281900"/>
            </a:xfrm>
            <a:prstGeom prst="straightConnector1">
              <a:avLst/>
            </a:prstGeom>
            <a:noFill/>
            <a:ln cap="flat" cmpd="sng" w="9525">
              <a:solidFill>
                <a:schemeClr val="accent3"/>
              </a:solidFill>
              <a:prstDash val="solid"/>
              <a:round/>
              <a:headEnd len="sm" w="sm" type="none"/>
              <a:tailEnd len="sm" w="sm" type="none"/>
            </a:ln>
          </p:spPr>
        </p:cxnSp>
      </p:grpSp>
      <p:sp>
        <p:nvSpPr>
          <p:cNvPr id="102" name="Google Shape;102;p18"/>
          <p:cNvSpPr txBox="1"/>
          <p:nvPr>
            <p:ph idx="6" type="subTitle"/>
          </p:nvPr>
        </p:nvSpPr>
        <p:spPr>
          <a:xfrm>
            <a:off x="4275713" y="2579575"/>
            <a:ext cx="2206800" cy="308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9pPr>
          </a:lstStyle>
          <a:p/>
        </p:txBody>
      </p:sp>
      <p:sp>
        <p:nvSpPr>
          <p:cNvPr id="103" name="Google Shape;103;p18"/>
          <p:cNvSpPr txBox="1"/>
          <p:nvPr>
            <p:ph idx="7" type="subTitle"/>
          </p:nvPr>
        </p:nvSpPr>
        <p:spPr>
          <a:xfrm>
            <a:off x="6817988" y="2579575"/>
            <a:ext cx="2206800" cy="308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9pPr>
          </a:lstStyle>
          <a:p/>
        </p:txBody>
      </p:sp>
      <p:sp>
        <p:nvSpPr>
          <p:cNvPr id="104" name="Google Shape;104;p18"/>
          <p:cNvSpPr txBox="1"/>
          <p:nvPr>
            <p:ph idx="8" type="subTitle"/>
          </p:nvPr>
        </p:nvSpPr>
        <p:spPr>
          <a:xfrm>
            <a:off x="5552488" y="3861475"/>
            <a:ext cx="2206800" cy="308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9pPr>
          </a:lstStyle>
          <a:p/>
        </p:txBody>
      </p:sp>
      <p:sp>
        <p:nvSpPr>
          <p:cNvPr id="105" name="Google Shape;105;p18"/>
          <p:cNvSpPr txBox="1"/>
          <p:nvPr>
            <p:ph idx="9" type="subTitle"/>
          </p:nvPr>
        </p:nvSpPr>
        <p:spPr>
          <a:xfrm>
            <a:off x="3009325" y="3861475"/>
            <a:ext cx="2206800" cy="308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9pPr>
          </a:lstStyle>
          <a:p/>
        </p:txBody>
      </p:sp>
      <p:sp>
        <p:nvSpPr>
          <p:cNvPr id="106" name="Google Shape;106;p18"/>
          <p:cNvSpPr txBox="1"/>
          <p:nvPr>
            <p:ph idx="13" type="title"/>
          </p:nvPr>
        </p:nvSpPr>
        <p:spPr>
          <a:xfrm>
            <a:off x="133375" y="236850"/>
            <a:ext cx="5078700" cy="567600"/>
          </a:xfrm>
          <a:prstGeom prst="rect">
            <a:avLst/>
          </a:prstGeom>
          <a:noFill/>
          <a:ln>
            <a:noFill/>
          </a:ln>
        </p:spPr>
        <p:txBody>
          <a:bodyPr anchorCtr="0" anchor="t" bIns="0" lIns="91425" spcFirstLastPara="1" rIns="91425" wrap="square" tIns="0">
            <a:spAutoFit/>
          </a:bodyPr>
          <a:lstStyle>
            <a:lvl1pPr lvl="0" algn="l">
              <a:lnSpc>
                <a:spcPct val="90000"/>
              </a:lnSpc>
              <a:spcBef>
                <a:spcPts val="0"/>
              </a:spcBef>
              <a:spcAft>
                <a:spcPts val="0"/>
              </a:spcAft>
              <a:buClr>
                <a:schemeClr val="lt1"/>
              </a:buClr>
              <a:buSzPts val="3600"/>
              <a:buFont typeface="Poppins"/>
              <a:buNone/>
              <a:defRPr sz="36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_2">
    <p:spTree>
      <p:nvGrpSpPr>
        <p:cNvPr id="107" name="Shape 107"/>
        <p:cNvGrpSpPr/>
        <p:nvPr/>
      </p:nvGrpSpPr>
      <p:grpSpPr>
        <a:xfrm>
          <a:off x="0" y="0"/>
          <a:ext cx="0" cy="0"/>
          <a:chOff x="0" y="0"/>
          <a:chExt cx="0" cy="0"/>
        </a:xfrm>
      </p:grpSpPr>
      <p:cxnSp>
        <p:nvCxnSpPr>
          <p:cNvPr id="108" name="Google Shape;108;p19"/>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sp>
        <p:nvSpPr>
          <p:cNvPr id="109" name="Google Shape;109;p19"/>
          <p:cNvSpPr txBox="1"/>
          <p:nvPr>
            <p:ph idx="1" type="subTitle"/>
          </p:nvPr>
        </p:nvSpPr>
        <p:spPr>
          <a:xfrm>
            <a:off x="984950" y="3865575"/>
            <a:ext cx="416700" cy="393600"/>
          </a:xfrm>
          <a:prstGeom prst="rect">
            <a:avLst/>
          </a:prstGeom>
          <a:solidFill>
            <a:schemeClr val="dk2"/>
          </a:solidFill>
          <a:ln>
            <a:noFill/>
          </a:ln>
        </p:spPr>
        <p:txBody>
          <a:bodyPr anchorCtr="0" anchor="t" bIns="91425" lIns="91425" spcFirstLastPara="1" rIns="91425" wrap="square" tIns="91425">
            <a:noAutofit/>
          </a:bodyPr>
          <a:lstStyle>
            <a:lvl1pPr lvl="0" algn="ctr">
              <a:lnSpc>
                <a:spcPct val="90000"/>
              </a:lnSpc>
              <a:spcBef>
                <a:spcPts val="0"/>
              </a:spcBef>
              <a:spcAft>
                <a:spcPts val="0"/>
              </a:spcAft>
              <a:buSzPts val="1000"/>
              <a:buNone/>
              <a:defRPr sz="1000">
                <a:solidFill>
                  <a:schemeClr val="accent6"/>
                </a:solidFill>
              </a:defRPr>
            </a:lvl1pPr>
            <a:lvl2pPr lvl="1" algn="l">
              <a:lnSpc>
                <a:spcPct val="115000"/>
              </a:lnSpc>
              <a:spcBef>
                <a:spcPts val="0"/>
              </a:spcBef>
              <a:spcAft>
                <a:spcPts val="0"/>
              </a:spcAft>
              <a:buClr>
                <a:schemeClr val="accent6"/>
              </a:buClr>
              <a:buSzPts val="1400"/>
              <a:buNone/>
              <a:defRPr>
                <a:solidFill>
                  <a:schemeClr val="accent6"/>
                </a:solidFill>
              </a:defRPr>
            </a:lvl2pPr>
            <a:lvl3pPr lvl="2" algn="l">
              <a:lnSpc>
                <a:spcPct val="115000"/>
              </a:lnSpc>
              <a:spcBef>
                <a:spcPts val="0"/>
              </a:spcBef>
              <a:spcAft>
                <a:spcPts val="0"/>
              </a:spcAft>
              <a:buClr>
                <a:schemeClr val="accent6"/>
              </a:buClr>
              <a:buSzPts val="1400"/>
              <a:buNone/>
              <a:defRPr>
                <a:solidFill>
                  <a:schemeClr val="accent6"/>
                </a:solidFill>
              </a:defRPr>
            </a:lvl3pPr>
            <a:lvl4pPr lvl="3" algn="l">
              <a:lnSpc>
                <a:spcPct val="115000"/>
              </a:lnSpc>
              <a:spcBef>
                <a:spcPts val="0"/>
              </a:spcBef>
              <a:spcAft>
                <a:spcPts val="0"/>
              </a:spcAft>
              <a:buClr>
                <a:schemeClr val="accent6"/>
              </a:buClr>
              <a:buSzPts val="1400"/>
              <a:buNone/>
              <a:defRPr>
                <a:solidFill>
                  <a:schemeClr val="accent6"/>
                </a:solidFill>
              </a:defRPr>
            </a:lvl4pPr>
            <a:lvl5pPr lvl="4" algn="l">
              <a:lnSpc>
                <a:spcPct val="115000"/>
              </a:lnSpc>
              <a:spcBef>
                <a:spcPts val="0"/>
              </a:spcBef>
              <a:spcAft>
                <a:spcPts val="0"/>
              </a:spcAft>
              <a:buClr>
                <a:schemeClr val="accent6"/>
              </a:buClr>
              <a:buSzPts val="1400"/>
              <a:buNone/>
              <a:defRPr>
                <a:solidFill>
                  <a:schemeClr val="accent6"/>
                </a:solidFill>
              </a:defRPr>
            </a:lvl5pPr>
            <a:lvl6pPr lvl="5" algn="l">
              <a:lnSpc>
                <a:spcPct val="115000"/>
              </a:lnSpc>
              <a:spcBef>
                <a:spcPts val="0"/>
              </a:spcBef>
              <a:spcAft>
                <a:spcPts val="0"/>
              </a:spcAft>
              <a:buClr>
                <a:schemeClr val="accent6"/>
              </a:buClr>
              <a:buSzPts val="1400"/>
              <a:buNone/>
              <a:defRPr>
                <a:solidFill>
                  <a:schemeClr val="accent6"/>
                </a:solidFill>
              </a:defRPr>
            </a:lvl6pPr>
            <a:lvl7pPr lvl="6" algn="l">
              <a:lnSpc>
                <a:spcPct val="115000"/>
              </a:lnSpc>
              <a:spcBef>
                <a:spcPts val="0"/>
              </a:spcBef>
              <a:spcAft>
                <a:spcPts val="0"/>
              </a:spcAft>
              <a:buClr>
                <a:schemeClr val="accent6"/>
              </a:buClr>
              <a:buSzPts val="1400"/>
              <a:buNone/>
              <a:defRPr>
                <a:solidFill>
                  <a:schemeClr val="accent6"/>
                </a:solidFill>
              </a:defRPr>
            </a:lvl7pPr>
            <a:lvl8pPr lvl="7" algn="l">
              <a:lnSpc>
                <a:spcPct val="115000"/>
              </a:lnSpc>
              <a:spcBef>
                <a:spcPts val="0"/>
              </a:spcBef>
              <a:spcAft>
                <a:spcPts val="0"/>
              </a:spcAft>
              <a:buClr>
                <a:schemeClr val="accent6"/>
              </a:buClr>
              <a:buSzPts val="1400"/>
              <a:buNone/>
              <a:defRPr>
                <a:solidFill>
                  <a:schemeClr val="accent6"/>
                </a:solidFill>
              </a:defRPr>
            </a:lvl8pPr>
            <a:lvl9pPr lvl="8" algn="l">
              <a:lnSpc>
                <a:spcPct val="115000"/>
              </a:lnSpc>
              <a:spcBef>
                <a:spcPts val="0"/>
              </a:spcBef>
              <a:spcAft>
                <a:spcPts val="0"/>
              </a:spcAft>
              <a:buClr>
                <a:schemeClr val="accent6"/>
              </a:buClr>
              <a:buSzPts val="1400"/>
              <a:buNone/>
              <a:defRPr>
                <a:solidFill>
                  <a:schemeClr val="accent6"/>
                </a:solidFill>
              </a:defRPr>
            </a:lvl9pPr>
          </a:lstStyle>
          <a:p/>
        </p:txBody>
      </p:sp>
      <p:sp>
        <p:nvSpPr>
          <p:cNvPr id="110" name="Google Shape;110;p19"/>
          <p:cNvSpPr txBox="1"/>
          <p:nvPr>
            <p:ph idx="2" type="subTitle"/>
          </p:nvPr>
        </p:nvSpPr>
        <p:spPr>
          <a:xfrm>
            <a:off x="984950" y="2584425"/>
            <a:ext cx="416700" cy="393600"/>
          </a:xfrm>
          <a:prstGeom prst="rect">
            <a:avLst/>
          </a:prstGeom>
          <a:solidFill>
            <a:schemeClr val="lt2"/>
          </a:solidFill>
          <a:ln>
            <a:noFill/>
          </a:ln>
        </p:spPr>
        <p:txBody>
          <a:bodyPr anchorCtr="0" anchor="t" bIns="91425" lIns="91425" spcFirstLastPara="1" rIns="91425" wrap="square" tIns="91425">
            <a:noAutofit/>
          </a:bodyPr>
          <a:lstStyle>
            <a:lvl1pPr lvl="0" algn="ctr">
              <a:lnSpc>
                <a:spcPct val="90000"/>
              </a:lnSpc>
              <a:spcBef>
                <a:spcPts val="0"/>
              </a:spcBef>
              <a:spcAft>
                <a:spcPts val="0"/>
              </a:spcAft>
              <a:buSzPts val="1000"/>
              <a:buNone/>
              <a:defRPr sz="1000">
                <a:solidFill>
                  <a:schemeClr val="dk1"/>
                </a:solidFill>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11" name="Google Shape;111;p19"/>
          <p:cNvSpPr txBox="1"/>
          <p:nvPr>
            <p:ph type="title"/>
          </p:nvPr>
        </p:nvSpPr>
        <p:spPr>
          <a:xfrm>
            <a:off x="139700" y="228600"/>
            <a:ext cx="6480300" cy="587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2400"/>
              <a:buNone/>
              <a:defRPr/>
            </a:lvl1pPr>
            <a:lvl2pPr lvl="1" algn="l">
              <a:lnSpc>
                <a:spcPct val="115000"/>
              </a:lnSpc>
              <a:spcBef>
                <a:spcPts val="0"/>
              </a:spcBef>
              <a:spcAft>
                <a:spcPts val="0"/>
              </a:spcAft>
              <a:buSzPts val="3000"/>
              <a:buNone/>
              <a:defRPr sz="3000">
                <a:latin typeface="Poppins SemiBold"/>
                <a:ea typeface="Poppins SemiBold"/>
                <a:cs typeface="Poppins SemiBold"/>
                <a:sym typeface="Poppins SemiBold"/>
              </a:defRPr>
            </a:lvl2pPr>
            <a:lvl3pPr lvl="2" algn="l">
              <a:lnSpc>
                <a:spcPct val="115000"/>
              </a:lnSpc>
              <a:spcBef>
                <a:spcPts val="0"/>
              </a:spcBef>
              <a:spcAft>
                <a:spcPts val="0"/>
              </a:spcAft>
              <a:buSzPts val="3000"/>
              <a:buNone/>
              <a:defRPr sz="3000">
                <a:latin typeface="Poppins SemiBold"/>
                <a:ea typeface="Poppins SemiBold"/>
                <a:cs typeface="Poppins SemiBold"/>
                <a:sym typeface="Poppins SemiBold"/>
              </a:defRPr>
            </a:lvl3pPr>
            <a:lvl4pPr lvl="3" algn="l">
              <a:lnSpc>
                <a:spcPct val="115000"/>
              </a:lnSpc>
              <a:spcBef>
                <a:spcPts val="0"/>
              </a:spcBef>
              <a:spcAft>
                <a:spcPts val="0"/>
              </a:spcAft>
              <a:buSzPts val="3000"/>
              <a:buNone/>
              <a:defRPr sz="3000">
                <a:latin typeface="Poppins SemiBold"/>
                <a:ea typeface="Poppins SemiBold"/>
                <a:cs typeface="Poppins SemiBold"/>
                <a:sym typeface="Poppins SemiBold"/>
              </a:defRPr>
            </a:lvl4pPr>
            <a:lvl5pPr lvl="4" algn="l">
              <a:lnSpc>
                <a:spcPct val="115000"/>
              </a:lnSpc>
              <a:spcBef>
                <a:spcPts val="0"/>
              </a:spcBef>
              <a:spcAft>
                <a:spcPts val="0"/>
              </a:spcAft>
              <a:buSzPts val="3000"/>
              <a:buNone/>
              <a:defRPr sz="3000">
                <a:latin typeface="Poppins SemiBold"/>
                <a:ea typeface="Poppins SemiBold"/>
                <a:cs typeface="Poppins SemiBold"/>
                <a:sym typeface="Poppins SemiBold"/>
              </a:defRPr>
            </a:lvl5pPr>
            <a:lvl6pPr lvl="5" algn="l">
              <a:lnSpc>
                <a:spcPct val="115000"/>
              </a:lnSpc>
              <a:spcBef>
                <a:spcPts val="0"/>
              </a:spcBef>
              <a:spcAft>
                <a:spcPts val="0"/>
              </a:spcAft>
              <a:buSzPts val="3000"/>
              <a:buNone/>
              <a:defRPr sz="3000">
                <a:latin typeface="Poppins SemiBold"/>
                <a:ea typeface="Poppins SemiBold"/>
                <a:cs typeface="Poppins SemiBold"/>
                <a:sym typeface="Poppins SemiBold"/>
              </a:defRPr>
            </a:lvl6pPr>
            <a:lvl7pPr lvl="6" algn="l">
              <a:lnSpc>
                <a:spcPct val="115000"/>
              </a:lnSpc>
              <a:spcBef>
                <a:spcPts val="0"/>
              </a:spcBef>
              <a:spcAft>
                <a:spcPts val="0"/>
              </a:spcAft>
              <a:buSzPts val="3000"/>
              <a:buNone/>
              <a:defRPr sz="3000">
                <a:latin typeface="Poppins SemiBold"/>
                <a:ea typeface="Poppins SemiBold"/>
                <a:cs typeface="Poppins SemiBold"/>
                <a:sym typeface="Poppins SemiBold"/>
              </a:defRPr>
            </a:lvl7pPr>
            <a:lvl8pPr lvl="7" algn="l">
              <a:lnSpc>
                <a:spcPct val="115000"/>
              </a:lnSpc>
              <a:spcBef>
                <a:spcPts val="0"/>
              </a:spcBef>
              <a:spcAft>
                <a:spcPts val="0"/>
              </a:spcAft>
              <a:buSzPts val="3000"/>
              <a:buNone/>
              <a:defRPr sz="3000">
                <a:latin typeface="Poppins SemiBold"/>
                <a:ea typeface="Poppins SemiBold"/>
                <a:cs typeface="Poppins SemiBold"/>
                <a:sym typeface="Poppins SemiBold"/>
              </a:defRPr>
            </a:lvl8pPr>
            <a:lvl9pPr lvl="8" algn="l">
              <a:lnSpc>
                <a:spcPct val="115000"/>
              </a:lnSpc>
              <a:spcBef>
                <a:spcPts val="0"/>
              </a:spcBef>
              <a:spcAft>
                <a:spcPts val="0"/>
              </a:spcAft>
              <a:buSzPts val="3000"/>
              <a:buNone/>
              <a:defRPr sz="3000">
                <a:latin typeface="Poppins SemiBold"/>
                <a:ea typeface="Poppins SemiBold"/>
                <a:cs typeface="Poppins SemiBold"/>
                <a:sym typeface="Poppins SemiBold"/>
              </a:defRPr>
            </a:lvl9pPr>
          </a:lstStyle>
          <a:p/>
        </p:txBody>
      </p:sp>
      <p:cxnSp>
        <p:nvCxnSpPr>
          <p:cNvPr id="112" name="Google Shape;112;p19"/>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sp>
        <p:nvSpPr>
          <p:cNvPr id="113" name="Google Shape;113;p19"/>
          <p:cNvSpPr txBox="1"/>
          <p:nvPr>
            <p:ph idx="3" type="subTitle"/>
          </p:nvPr>
        </p:nvSpPr>
        <p:spPr>
          <a:xfrm>
            <a:off x="984950" y="1291350"/>
            <a:ext cx="416700" cy="393600"/>
          </a:xfrm>
          <a:prstGeom prst="rect">
            <a:avLst/>
          </a:prstGeom>
          <a:solidFill>
            <a:schemeClr val="lt1"/>
          </a:solidFill>
          <a:ln>
            <a:noFill/>
          </a:ln>
        </p:spPr>
        <p:txBody>
          <a:bodyPr anchorCtr="0" anchor="t" bIns="91425" lIns="91425" spcFirstLastPara="1" rIns="91425" wrap="square" tIns="91425">
            <a:noAutofit/>
          </a:bodyPr>
          <a:lstStyle>
            <a:lvl1pPr lvl="0" algn="ctr">
              <a:lnSpc>
                <a:spcPct val="90000"/>
              </a:lnSpc>
              <a:spcBef>
                <a:spcPts val="0"/>
              </a:spcBef>
              <a:spcAft>
                <a:spcPts val="0"/>
              </a:spcAft>
              <a:buSzPts val="1000"/>
              <a:buNone/>
              <a:defRPr sz="1000">
                <a:solidFill>
                  <a:schemeClr val="dk1"/>
                </a:solidFill>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14" name="Google Shape;114;p19"/>
          <p:cNvSpPr txBox="1"/>
          <p:nvPr>
            <p:ph idx="4" type="body"/>
          </p:nvPr>
        </p:nvSpPr>
        <p:spPr>
          <a:xfrm>
            <a:off x="1399300" y="1548450"/>
            <a:ext cx="3811200" cy="9519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Clr>
                <a:schemeClr val="accent6"/>
              </a:buClr>
              <a:buSzPts val="1000"/>
              <a:buChar char="●"/>
              <a:defRPr>
                <a:solidFill>
                  <a:schemeClr val="accent6"/>
                </a:solidFill>
              </a:defRPr>
            </a:lvl1pPr>
            <a:lvl2pPr indent="-292100" lvl="1" marL="914400" algn="l">
              <a:lnSpc>
                <a:spcPct val="100000"/>
              </a:lnSpc>
              <a:spcBef>
                <a:spcPts val="800"/>
              </a:spcBef>
              <a:spcAft>
                <a:spcPts val="0"/>
              </a:spcAft>
              <a:buClr>
                <a:schemeClr val="accent6"/>
              </a:buClr>
              <a:buSzPts val="1000"/>
              <a:buChar char="○"/>
              <a:defRPr>
                <a:solidFill>
                  <a:schemeClr val="accent6"/>
                </a:solidFill>
              </a:defRPr>
            </a:lvl2pPr>
            <a:lvl3pPr indent="-292100" lvl="2" marL="1371600" algn="l">
              <a:lnSpc>
                <a:spcPct val="100000"/>
              </a:lnSpc>
              <a:spcBef>
                <a:spcPts val="800"/>
              </a:spcBef>
              <a:spcAft>
                <a:spcPts val="0"/>
              </a:spcAft>
              <a:buClr>
                <a:schemeClr val="accent6"/>
              </a:buClr>
              <a:buSzPts val="1000"/>
              <a:buChar char="■"/>
              <a:defRPr>
                <a:solidFill>
                  <a:schemeClr val="accent6"/>
                </a:solidFill>
              </a:defRPr>
            </a:lvl3pPr>
            <a:lvl4pPr indent="-292100" lvl="3" marL="1828800" algn="l">
              <a:lnSpc>
                <a:spcPct val="100000"/>
              </a:lnSpc>
              <a:spcBef>
                <a:spcPts val="800"/>
              </a:spcBef>
              <a:spcAft>
                <a:spcPts val="0"/>
              </a:spcAft>
              <a:buClr>
                <a:schemeClr val="accent6"/>
              </a:buClr>
              <a:buSzPts val="1000"/>
              <a:buChar char="●"/>
              <a:defRPr>
                <a:solidFill>
                  <a:schemeClr val="accent6"/>
                </a:solidFill>
              </a:defRPr>
            </a:lvl4pPr>
            <a:lvl5pPr indent="-292100" lvl="4" marL="2286000" algn="l">
              <a:lnSpc>
                <a:spcPct val="100000"/>
              </a:lnSpc>
              <a:spcBef>
                <a:spcPts val="800"/>
              </a:spcBef>
              <a:spcAft>
                <a:spcPts val="0"/>
              </a:spcAft>
              <a:buClr>
                <a:schemeClr val="accent6"/>
              </a:buClr>
              <a:buSzPts val="1000"/>
              <a:buChar char="○"/>
              <a:defRPr>
                <a:solidFill>
                  <a:schemeClr val="accent6"/>
                </a:solidFill>
              </a:defRPr>
            </a:lvl5pPr>
            <a:lvl6pPr indent="-292100" lvl="5" marL="2743200" algn="l">
              <a:lnSpc>
                <a:spcPct val="100000"/>
              </a:lnSpc>
              <a:spcBef>
                <a:spcPts val="800"/>
              </a:spcBef>
              <a:spcAft>
                <a:spcPts val="0"/>
              </a:spcAft>
              <a:buClr>
                <a:schemeClr val="accent6"/>
              </a:buClr>
              <a:buSzPts val="1000"/>
              <a:buChar char="■"/>
              <a:defRPr>
                <a:solidFill>
                  <a:schemeClr val="accent6"/>
                </a:solidFill>
              </a:defRPr>
            </a:lvl6pPr>
            <a:lvl7pPr indent="-292100" lvl="6" marL="3200400" algn="l">
              <a:lnSpc>
                <a:spcPct val="100000"/>
              </a:lnSpc>
              <a:spcBef>
                <a:spcPts val="800"/>
              </a:spcBef>
              <a:spcAft>
                <a:spcPts val="0"/>
              </a:spcAft>
              <a:buClr>
                <a:schemeClr val="accent6"/>
              </a:buClr>
              <a:buSzPts val="1000"/>
              <a:buChar char="●"/>
              <a:defRPr>
                <a:solidFill>
                  <a:schemeClr val="accent6"/>
                </a:solidFill>
              </a:defRPr>
            </a:lvl7pPr>
            <a:lvl8pPr indent="-292100" lvl="7" marL="3657600" algn="l">
              <a:lnSpc>
                <a:spcPct val="100000"/>
              </a:lnSpc>
              <a:spcBef>
                <a:spcPts val="800"/>
              </a:spcBef>
              <a:spcAft>
                <a:spcPts val="0"/>
              </a:spcAft>
              <a:buClr>
                <a:schemeClr val="accent6"/>
              </a:buClr>
              <a:buSzPts val="1000"/>
              <a:buChar char="○"/>
              <a:defRPr>
                <a:solidFill>
                  <a:schemeClr val="accent6"/>
                </a:solidFill>
              </a:defRPr>
            </a:lvl8pPr>
            <a:lvl9pPr indent="-292100" lvl="8" marL="4114800" algn="l">
              <a:lnSpc>
                <a:spcPct val="100000"/>
              </a:lnSpc>
              <a:spcBef>
                <a:spcPts val="800"/>
              </a:spcBef>
              <a:spcAft>
                <a:spcPts val="800"/>
              </a:spcAft>
              <a:buClr>
                <a:schemeClr val="accent6"/>
              </a:buClr>
              <a:buSzPts val="1000"/>
              <a:buChar char="■"/>
              <a:defRPr>
                <a:solidFill>
                  <a:schemeClr val="accent6"/>
                </a:solidFill>
              </a:defRPr>
            </a:lvl9pPr>
          </a:lstStyle>
          <a:p/>
        </p:txBody>
      </p:sp>
      <p:sp>
        <p:nvSpPr>
          <p:cNvPr id="115" name="Google Shape;115;p19"/>
          <p:cNvSpPr txBox="1"/>
          <p:nvPr>
            <p:ph idx="5" type="subTitle"/>
          </p:nvPr>
        </p:nvSpPr>
        <p:spPr>
          <a:xfrm>
            <a:off x="1400950" y="1291375"/>
            <a:ext cx="3811200" cy="3378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lt1"/>
              </a:buClr>
              <a:buSzPts val="1400"/>
              <a:buFont typeface="Poppins"/>
              <a:buNone/>
              <a:defRPr/>
            </a:lvl1pPr>
            <a:lvl2pPr lvl="1"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2pPr>
            <a:lvl3pPr lvl="2"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3pPr>
            <a:lvl4pPr lvl="3"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4pPr>
            <a:lvl5pPr lvl="4"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5pPr>
            <a:lvl6pPr lvl="5"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6pPr>
            <a:lvl7pPr lvl="6"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7pPr>
            <a:lvl8pPr lvl="7"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8pPr>
            <a:lvl9pPr lvl="8"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9pPr>
          </a:lstStyle>
          <a:p/>
        </p:txBody>
      </p:sp>
      <p:sp>
        <p:nvSpPr>
          <p:cNvPr id="116" name="Google Shape;116;p19"/>
          <p:cNvSpPr txBox="1"/>
          <p:nvPr>
            <p:ph idx="6" type="body"/>
          </p:nvPr>
        </p:nvSpPr>
        <p:spPr>
          <a:xfrm>
            <a:off x="1399300" y="2838025"/>
            <a:ext cx="3811200" cy="10233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80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80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80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80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80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80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80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800"/>
              </a:spcBef>
              <a:spcAft>
                <a:spcPts val="800"/>
              </a:spcAft>
              <a:buClr>
                <a:schemeClr val="accent6"/>
              </a:buClr>
              <a:buSzPts val="1000"/>
              <a:buFont typeface="Instrument Sans"/>
              <a:buChar char="■"/>
              <a:defRPr>
                <a:solidFill>
                  <a:schemeClr val="accent6"/>
                </a:solidFill>
              </a:defRPr>
            </a:lvl9pPr>
          </a:lstStyle>
          <a:p/>
        </p:txBody>
      </p:sp>
      <p:sp>
        <p:nvSpPr>
          <p:cNvPr id="117" name="Google Shape;117;p19"/>
          <p:cNvSpPr txBox="1"/>
          <p:nvPr>
            <p:ph idx="7" type="subTitle"/>
          </p:nvPr>
        </p:nvSpPr>
        <p:spPr>
          <a:xfrm>
            <a:off x="1399313" y="2576425"/>
            <a:ext cx="3811200" cy="3378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lt1"/>
              </a:buClr>
              <a:buSzPts val="1400"/>
              <a:buFont typeface="Poppins"/>
              <a:buNone/>
              <a:defRPr/>
            </a:lvl1pPr>
            <a:lvl2pPr lvl="1"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2pPr>
            <a:lvl3pPr lvl="2"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3pPr>
            <a:lvl4pPr lvl="3"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4pPr>
            <a:lvl5pPr lvl="4"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5pPr>
            <a:lvl6pPr lvl="5"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6pPr>
            <a:lvl7pPr lvl="6"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7pPr>
            <a:lvl8pPr lvl="7"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8pPr>
            <a:lvl9pPr lvl="8"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9pPr>
          </a:lstStyle>
          <a:p/>
        </p:txBody>
      </p:sp>
      <p:sp>
        <p:nvSpPr>
          <p:cNvPr id="118" name="Google Shape;118;p19"/>
          <p:cNvSpPr txBox="1"/>
          <p:nvPr>
            <p:ph idx="8" type="body"/>
          </p:nvPr>
        </p:nvSpPr>
        <p:spPr>
          <a:xfrm>
            <a:off x="1399325" y="4123075"/>
            <a:ext cx="3811200" cy="8919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80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80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80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80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80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80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80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800"/>
              </a:spcBef>
              <a:spcAft>
                <a:spcPts val="800"/>
              </a:spcAft>
              <a:buClr>
                <a:schemeClr val="accent6"/>
              </a:buClr>
              <a:buSzPts val="1000"/>
              <a:buFont typeface="Instrument Sans"/>
              <a:buChar char="■"/>
              <a:defRPr>
                <a:solidFill>
                  <a:schemeClr val="accent6"/>
                </a:solidFill>
              </a:defRPr>
            </a:lvl9pPr>
          </a:lstStyle>
          <a:p/>
        </p:txBody>
      </p:sp>
      <p:sp>
        <p:nvSpPr>
          <p:cNvPr id="119" name="Google Shape;119;p19"/>
          <p:cNvSpPr txBox="1"/>
          <p:nvPr>
            <p:ph idx="9" type="subTitle"/>
          </p:nvPr>
        </p:nvSpPr>
        <p:spPr>
          <a:xfrm>
            <a:off x="1399338" y="3861475"/>
            <a:ext cx="3811200" cy="3378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lt1"/>
              </a:buClr>
              <a:buSzPts val="1400"/>
              <a:buFont typeface="Poppins"/>
              <a:buNone/>
              <a:defRPr/>
            </a:lvl1pPr>
            <a:lvl2pPr lvl="1"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2pPr>
            <a:lvl3pPr lvl="2"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3pPr>
            <a:lvl4pPr lvl="3"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4pPr>
            <a:lvl5pPr lvl="4"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5pPr>
            <a:lvl6pPr lvl="5"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6pPr>
            <a:lvl7pPr lvl="6"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7pPr>
            <a:lvl8pPr lvl="7"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8pPr>
            <a:lvl9pPr lvl="8"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9pPr>
          </a:lstStyle>
          <a:p/>
        </p:txBody>
      </p:sp>
      <p:sp>
        <p:nvSpPr>
          <p:cNvPr id="120" name="Google Shape;120;p19"/>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9"/>
          <p:cNvSpPr/>
          <p:nvPr>
            <p:ph idx="13" type="pic"/>
          </p:nvPr>
        </p:nvSpPr>
        <p:spPr>
          <a:xfrm>
            <a:off x="5215425" y="1291375"/>
            <a:ext cx="3807900" cy="38535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1_1_1_1_1_1_1_1_1_1_2_1">
    <p:spTree>
      <p:nvGrpSpPr>
        <p:cNvPr id="122" name="Shape 122"/>
        <p:cNvGrpSpPr/>
        <p:nvPr/>
      </p:nvGrpSpPr>
      <p:grpSpPr>
        <a:xfrm>
          <a:off x="0" y="0"/>
          <a:ext cx="0" cy="0"/>
          <a:chOff x="0" y="0"/>
          <a:chExt cx="0" cy="0"/>
        </a:xfrm>
      </p:grpSpPr>
      <p:sp>
        <p:nvSpPr>
          <p:cNvPr id="123" name="Google Shape;123;p20"/>
          <p:cNvSpPr/>
          <p:nvPr>
            <p:ph idx="2" type="pic"/>
          </p:nvPr>
        </p:nvSpPr>
        <p:spPr>
          <a:xfrm>
            <a:off x="7751475" y="1291350"/>
            <a:ext cx="1266300" cy="1285200"/>
          </a:xfrm>
          <a:prstGeom prst="rect">
            <a:avLst/>
          </a:prstGeom>
          <a:noFill/>
          <a:ln>
            <a:noFill/>
          </a:ln>
        </p:spPr>
      </p:sp>
      <p:sp>
        <p:nvSpPr>
          <p:cNvPr id="124" name="Google Shape;124;p20"/>
          <p:cNvSpPr/>
          <p:nvPr>
            <p:ph idx="3" type="pic"/>
          </p:nvPr>
        </p:nvSpPr>
        <p:spPr>
          <a:xfrm>
            <a:off x="7751425" y="3864900"/>
            <a:ext cx="1266300" cy="1284900"/>
          </a:xfrm>
          <a:prstGeom prst="rect">
            <a:avLst/>
          </a:prstGeom>
          <a:noFill/>
          <a:ln>
            <a:noFill/>
          </a:ln>
        </p:spPr>
      </p:sp>
      <p:sp>
        <p:nvSpPr>
          <p:cNvPr id="125" name="Google Shape;125;p20"/>
          <p:cNvSpPr/>
          <p:nvPr>
            <p:ph idx="4" type="pic"/>
          </p:nvPr>
        </p:nvSpPr>
        <p:spPr>
          <a:xfrm>
            <a:off x="5218487" y="2584425"/>
            <a:ext cx="2525100" cy="1271400"/>
          </a:xfrm>
          <a:prstGeom prst="rect">
            <a:avLst/>
          </a:prstGeom>
          <a:noFill/>
          <a:ln>
            <a:noFill/>
          </a:ln>
        </p:spPr>
      </p:sp>
      <p:sp>
        <p:nvSpPr>
          <p:cNvPr id="126" name="Google Shape;126;p20"/>
          <p:cNvSpPr txBox="1"/>
          <p:nvPr>
            <p:ph idx="1" type="subTitle"/>
          </p:nvPr>
        </p:nvSpPr>
        <p:spPr>
          <a:xfrm>
            <a:off x="984950" y="3865575"/>
            <a:ext cx="416700" cy="393600"/>
          </a:xfrm>
          <a:prstGeom prst="rect">
            <a:avLst/>
          </a:prstGeom>
          <a:solidFill>
            <a:schemeClr val="dk2"/>
          </a:solidFill>
          <a:ln>
            <a:noFill/>
          </a:ln>
        </p:spPr>
        <p:txBody>
          <a:bodyPr anchorCtr="0" anchor="t" bIns="91425" lIns="91425" spcFirstLastPara="1" rIns="91425" wrap="square" tIns="91425">
            <a:noAutofit/>
          </a:bodyPr>
          <a:lstStyle>
            <a:lvl1pPr lvl="0" algn="ctr">
              <a:lnSpc>
                <a:spcPct val="90000"/>
              </a:lnSpc>
              <a:spcBef>
                <a:spcPts val="0"/>
              </a:spcBef>
              <a:spcAft>
                <a:spcPts val="0"/>
              </a:spcAft>
              <a:buSzPts val="1000"/>
              <a:buNone/>
              <a:defRPr sz="1000">
                <a:solidFill>
                  <a:schemeClr val="accent6"/>
                </a:solidFill>
              </a:defRPr>
            </a:lvl1pPr>
            <a:lvl2pPr lvl="1" algn="l">
              <a:lnSpc>
                <a:spcPct val="115000"/>
              </a:lnSpc>
              <a:spcBef>
                <a:spcPts val="0"/>
              </a:spcBef>
              <a:spcAft>
                <a:spcPts val="0"/>
              </a:spcAft>
              <a:buClr>
                <a:schemeClr val="accent6"/>
              </a:buClr>
              <a:buSzPts val="1400"/>
              <a:buNone/>
              <a:defRPr>
                <a:solidFill>
                  <a:schemeClr val="accent6"/>
                </a:solidFill>
              </a:defRPr>
            </a:lvl2pPr>
            <a:lvl3pPr lvl="2" algn="l">
              <a:lnSpc>
                <a:spcPct val="115000"/>
              </a:lnSpc>
              <a:spcBef>
                <a:spcPts val="0"/>
              </a:spcBef>
              <a:spcAft>
                <a:spcPts val="0"/>
              </a:spcAft>
              <a:buClr>
                <a:schemeClr val="accent6"/>
              </a:buClr>
              <a:buSzPts val="1400"/>
              <a:buNone/>
              <a:defRPr>
                <a:solidFill>
                  <a:schemeClr val="accent6"/>
                </a:solidFill>
              </a:defRPr>
            </a:lvl3pPr>
            <a:lvl4pPr lvl="3" algn="l">
              <a:lnSpc>
                <a:spcPct val="115000"/>
              </a:lnSpc>
              <a:spcBef>
                <a:spcPts val="0"/>
              </a:spcBef>
              <a:spcAft>
                <a:spcPts val="0"/>
              </a:spcAft>
              <a:buClr>
                <a:schemeClr val="accent6"/>
              </a:buClr>
              <a:buSzPts val="1400"/>
              <a:buNone/>
              <a:defRPr>
                <a:solidFill>
                  <a:schemeClr val="accent6"/>
                </a:solidFill>
              </a:defRPr>
            </a:lvl4pPr>
            <a:lvl5pPr lvl="4" algn="l">
              <a:lnSpc>
                <a:spcPct val="115000"/>
              </a:lnSpc>
              <a:spcBef>
                <a:spcPts val="0"/>
              </a:spcBef>
              <a:spcAft>
                <a:spcPts val="0"/>
              </a:spcAft>
              <a:buClr>
                <a:schemeClr val="accent6"/>
              </a:buClr>
              <a:buSzPts val="1400"/>
              <a:buNone/>
              <a:defRPr>
                <a:solidFill>
                  <a:schemeClr val="accent6"/>
                </a:solidFill>
              </a:defRPr>
            </a:lvl5pPr>
            <a:lvl6pPr lvl="5" algn="l">
              <a:lnSpc>
                <a:spcPct val="115000"/>
              </a:lnSpc>
              <a:spcBef>
                <a:spcPts val="0"/>
              </a:spcBef>
              <a:spcAft>
                <a:spcPts val="0"/>
              </a:spcAft>
              <a:buClr>
                <a:schemeClr val="accent6"/>
              </a:buClr>
              <a:buSzPts val="1400"/>
              <a:buNone/>
              <a:defRPr>
                <a:solidFill>
                  <a:schemeClr val="accent6"/>
                </a:solidFill>
              </a:defRPr>
            </a:lvl6pPr>
            <a:lvl7pPr lvl="6" algn="l">
              <a:lnSpc>
                <a:spcPct val="115000"/>
              </a:lnSpc>
              <a:spcBef>
                <a:spcPts val="0"/>
              </a:spcBef>
              <a:spcAft>
                <a:spcPts val="0"/>
              </a:spcAft>
              <a:buClr>
                <a:schemeClr val="accent6"/>
              </a:buClr>
              <a:buSzPts val="1400"/>
              <a:buNone/>
              <a:defRPr>
                <a:solidFill>
                  <a:schemeClr val="accent6"/>
                </a:solidFill>
              </a:defRPr>
            </a:lvl7pPr>
            <a:lvl8pPr lvl="7" algn="l">
              <a:lnSpc>
                <a:spcPct val="115000"/>
              </a:lnSpc>
              <a:spcBef>
                <a:spcPts val="0"/>
              </a:spcBef>
              <a:spcAft>
                <a:spcPts val="0"/>
              </a:spcAft>
              <a:buClr>
                <a:schemeClr val="accent6"/>
              </a:buClr>
              <a:buSzPts val="1400"/>
              <a:buNone/>
              <a:defRPr>
                <a:solidFill>
                  <a:schemeClr val="accent6"/>
                </a:solidFill>
              </a:defRPr>
            </a:lvl8pPr>
            <a:lvl9pPr lvl="8" algn="l">
              <a:lnSpc>
                <a:spcPct val="115000"/>
              </a:lnSpc>
              <a:spcBef>
                <a:spcPts val="0"/>
              </a:spcBef>
              <a:spcAft>
                <a:spcPts val="0"/>
              </a:spcAft>
              <a:buClr>
                <a:schemeClr val="accent6"/>
              </a:buClr>
              <a:buSzPts val="1400"/>
              <a:buNone/>
              <a:defRPr>
                <a:solidFill>
                  <a:schemeClr val="accent6"/>
                </a:solidFill>
              </a:defRPr>
            </a:lvl9pPr>
          </a:lstStyle>
          <a:p/>
        </p:txBody>
      </p:sp>
      <p:sp>
        <p:nvSpPr>
          <p:cNvPr id="127" name="Google Shape;127;p20"/>
          <p:cNvSpPr txBox="1"/>
          <p:nvPr>
            <p:ph idx="5" type="subTitle"/>
          </p:nvPr>
        </p:nvSpPr>
        <p:spPr>
          <a:xfrm>
            <a:off x="984950" y="1291350"/>
            <a:ext cx="416700" cy="393600"/>
          </a:xfrm>
          <a:prstGeom prst="rect">
            <a:avLst/>
          </a:prstGeom>
          <a:solidFill>
            <a:schemeClr val="lt1"/>
          </a:solidFill>
          <a:ln>
            <a:noFill/>
          </a:ln>
        </p:spPr>
        <p:txBody>
          <a:bodyPr anchorCtr="0" anchor="t" bIns="91425" lIns="91425" spcFirstLastPara="1" rIns="91425" wrap="square" tIns="91425">
            <a:noAutofit/>
          </a:bodyPr>
          <a:lstStyle>
            <a:lvl1pPr lvl="0" algn="ctr">
              <a:lnSpc>
                <a:spcPct val="90000"/>
              </a:lnSpc>
              <a:spcBef>
                <a:spcPts val="0"/>
              </a:spcBef>
              <a:spcAft>
                <a:spcPts val="0"/>
              </a:spcAft>
              <a:buSzPts val="1000"/>
              <a:buNone/>
              <a:defRPr sz="1000">
                <a:solidFill>
                  <a:schemeClr val="dk1"/>
                </a:solidFill>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28" name="Google Shape;128;p20"/>
          <p:cNvSpPr txBox="1"/>
          <p:nvPr>
            <p:ph idx="6" type="subTitle"/>
          </p:nvPr>
        </p:nvSpPr>
        <p:spPr>
          <a:xfrm>
            <a:off x="984950" y="2584425"/>
            <a:ext cx="416700" cy="393600"/>
          </a:xfrm>
          <a:prstGeom prst="rect">
            <a:avLst/>
          </a:prstGeom>
          <a:solidFill>
            <a:schemeClr val="lt2"/>
          </a:solidFill>
          <a:ln>
            <a:noFill/>
          </a:ln>
        </p:spPr>
        <p:txBody>
          <a:bodyPr anchorCtr="0" anchor="t" bIns="91425" lIns="91425" spcFirstLastPara="1" rIns="91425" wrap="square" tIns="91425">
            <a:noAutofit/>
          </a:bodyPr>
          <a:lstStyle>
            <a:lvl1pPr lvl="0" algn="ctr">
              <a:lnSpc>
                <a:spcPct val="90000"/>
              </a:lnSpc>
              <a:spcBef>
                <a:spcPts val="0"/>
              </a:spcBef>
              <a:spcAft>
                <a:spcPts val="0"/>
              </a:spcAft>
              <a:buSzPts val="1000"/>
              <a:buNone/>
              <a:defRPr sz="1000">
                <a:solidFill>
                  <a:schemeClr val="dk1"/>
                </a:solidFill>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29" name="Google Shape;129;p20"/>
          <p:cNvSpPr txBox="1"/>
          <p:nvPr>
            <p:ph type="title"/>
          </p:nvPr>
        </p:nvSpPr>
        <p:spPr>
          <a:xfrm>
            <a:off x="139700" y="228600"/>
            <a:ext cx="6480300" cy="587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2400"/>
              <a:buNone/>
              <a:defRPr/>
            </a:lvl1pPr>
            <a:lvl2pPr lvl="1" algn="l">
              <a:lnSpc>
                <a:spcPct val="115000"/>
              </a:lnSpc>
              <a:spcBef>
                <a:spcPts val="0"/>
              </a:spcBef>
              <a:spcAft>
                <a:spcPts val="0"/>
              </a:spcAft>
              <a:buSzPts val="3000"/>
              <a:buNone/>
              <a:defRPr sz="3000">
                <a:latin typeface="Poppins SemiBold"/>
                <a:ea typeface="Poppins SemiBold"/>
                <a:cs typeface="Poppins SemiBold"/>
                <a:sym typeface="Poppins SemiBold"/>
              </a:defRPr>
            </a:lvl2pPr>
            <a:lvl3pPr lvl="2" algn="l">
              <a:lnSpc>
                <a:spcPct val="115000"/>
              </a:lnSpc>
              <a:spcBef>
                <a:spcPts val="0"/>
              </a:spcBef>
              <a:spcAft>
                <a:spcPts val="0"/>
              </a:spcAft>
              <a:buSzPts val="3000"/>
              <a:buNone/>
              <a:defRPr sz="3000">
                <a:latin typeface="Poppins SemiBold"/>
                <a:ea typeface="Poppins SemiBold"/>
                <a:cs typeface="Poppins SemiBold"/>
                <a:sym typeface="Poppins SemiBold"/>
              </a:defRPr>
            </a:lvl3pPr>
            <a:lvl4pPr lvl="3" algn="l">
              <a:lnSpc>
                <a:spcPct val="115000"/>
              </a:lnSpc>
              <a:spcBef>
                <a:spcPts val="0"/>
              </a:spcBef>
              <a:spcAft>
                <a:spcPts val="0"/>
              </a:spcAft>
              <a:buSzPts val="3000"/>
              <a:buNone/>
              <a:defRPr sz="3000">
                <a:latin typeface="Poppins SemiBold"/>
                <a:ea typeface="Poppins SemiBold"/>
                <a:cs typeface="Poppins SemiBold"/>
                <a:sym typeface="Poppins SemiBold"/>
              </a:defRPr>
            </a:lvl4pPr>
            <a:lvl5pPr lvl="4" algn="l">
              <a:lnSpc>
                <a:spcPct val="115000"/>
              </a:lnSpc>
              <a:spcBef>
                <a:spcPts val="0"/>
              </a:spcBef>
              <a:spcAft>
                <a:spcPts val="0"/>
              </a:spcAft>
              <a:buSzPts val="3000"/>
              <a:buNone/>
              <a:defRPr sz="3000">
                <a:latin typeface="Poppins SemiBold"/>
                <a:ea typeface="Poppins SemiBold"/>
                <a:cs typeface="Poppins SemiBold"/>
                <a:sym typeface="Poppins SemiBold"/>
              </a:defRPr>
            </a:lvl5pPr>
            <a:lvl6pPr lvl="5" algn="l">
              <a:lnSpc>
                <a:spcPct val="115000"/>
              </a:lnSpc>
              <a:spcBef>
                <a:spcPts val="0"/>
              </a:spcBef>
              <a:spcAft>
                <a:spcPts val="0"/>
              </a:spcAft>
              <a:buSzPts val="3000"/>
              <a:buNone/>
              <a:defRPr sz="3000">
                <a:latin typeface="Poppins SemiBold"/>
                <a:ea typeface="Poppins SemiBold"/>
                <a:cs typeface="Poppins SemiBold"/>
                <a:sym typeface="Poppins SemiBold"/>
              </a:defRPr>
            </a:lvl6pPr>
            <a:lvl7pPr lvl="6" algn="l">
              <a:lnSpc>
                <a:spcPct val="115000"/>
              </a:lnSpc>
              <a:spcBef>
                <a:spcPts val="0"/>
              </a:spcBef>
              <a:spcAft>
                <a:spcPts val="0"/>
              </a:spcAft>
              <a:buSzPts val="3000"/>
              <a:buNone/>
              <a:defRPr sz="3000">
                <a:latin typeface="Poppins SemiBold"/>
                <a:ea typeface="Poppins SemiBold"/>
                <a:cs typeface="Poppins SemiBold"/>
                <a:sym typeface="Poppins SemiBold"/>
              </a:defRPr>
            </a:lvl7pPr>
            <a:lvl8pPr lvl="7" algn="l">
              <a:lnSpc>
                <a:spcPct val="115000"/>
              </a:lnSpc>
              <a:spcBef>
                <a:spcPts val="0"/>
              </a:spcBef>
              <a:spcAft>
                <a:spcPts val="0"/>
              </a:spcAft>
              <a:buSzPts val="3000"/>
              <a:buNone/>
              <a:defRPr sz="3000">
                <a:latin typeface="Poppins SemiBold"/>
                <a:ea typeface="Poppins SemiBold"/>
                <a:cs typeface="Poppins SemiBold"/>
                <a:sym typeface="Poppins SemiBold"/>
              </a:defRPr>
            </a:lvl8pPr>
            <a:lvl9pPr lvl="8" algn="l">
              <a:lnSpc>
                <a:spcPct val="115000"/>
              </a:lnSpc>
              <a:spcBef>
                <a:spcPts val="0"/>
              </a:spcBef>
              <a:spcAft>
                <a:spcPts val="0"/>
              </a:spcAft>
              <a:buSzPts val="3000"/>
              <a:buNone/>
              <a:defRPr sz="3000">
                <a:latin typeface="Poppins SemiBold"/>
                <a:ea typeface="Poppins SemiBold"/>
                <a:cs typeface="Poppins SemiBold"/>
                <a:sym typeface="Poppins SemiBold"/>
              </a:defRPr>
            </a:lvl9pPr>
          </a:lstStyle>
          <a:p/>
        </p:txBody>
      </p:sp>
      <p:cxnSp>
        <p:nvCxnSpPr>
          <p:cNvPr id="130" name="Google Shape;130;p20"/>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cxnSp>
        <p:nvCxnSpPr>
          <p:cNvPr id="131" name="Google Shape;131;p20"/>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sp>
        <p:nvSpPr>
          <p:cNvPr id="132" name="Google Shape;132;p20"/>
          <p:cNvSpPr txBox="1"/>
          <p:nvPr>
            <p:ph idx="7" type="body"/>
          </p:nvPr>
        </p:nvSpPr>
        <p:spPr>
          <a:xfrm>
            <a:off x="1399300" y="1548450"/>
            <a:ext cx="3811200" cy="9519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Clr>
                <a:schemeClr val="accent6"/>
              </a:buClr>
              <a:buSzPts val="1000"/>
              <a:buChar char="●"/>
              <a:defRPr>
                <a:solidFill>
                  <a:schemeClr val="accent6"/>
                </a:solidFill>
              </a:defRPr>
            </a:lvl1pPr>
            <a:lvl2pPr indent="-292100" lvl="1" marL="914400" algn="l">
              <a:lnSpc>
                <a:spcPct val="100000"/>
              </a:lnSpc>
              <a:spcBef>
                <a:spcPts val="800"/>
              </a:spcBef>
              <a:spcAft>
                <a:spcPts val="0"/>
              </a:spcAft>
              <a:buClr>
                <a:schemeClr val="accent6"/>
              </a:buClr>
              <a:buSzPts val="1000"/>
              <a:buChar char="○"/>
              <a:defRPr>
                <a:solidFill>
                  <a:schemeClr val="accent6"/>
                </a:solidFill>
              </a:defRPr>
            </a:lvl2pPr>
            <a:lvl3pPr indent="-292100" lvl="2" marL="1371600" algn="l">
              <a:lnSpc>
                <a:spcPct val="100000"/>
              </a:lnSpc>
              <a:spcBef>
                <a:spcPts val="800"/>
              </a:spcBef>
              <a:spcAft>
                <a:spcPts val="0"/>
              </a:spcAft>
              <a:buClr>
                <a:schemeClr val="accent6"/>
              </a:buClr>
              <a:buSzPts val="1000"/>
              <a:buChar char="■"/>
              <a:defRPr>
                <a:solidFill>
                  <a:schemeClr val="accent6"/>
                </a:solidFill>
              </a:defRPr>
            </a:lvl3pPr>
            <a:lvl4pPr indent="-292100" lvl="3" marL="1828800" algn="l">
              <a:lnSpc>
                <a:spcPct val="100000"/>
              </a:lnSpc>
              <a:spcBef>
                <a:spcPts val="800"/>
              </a:spcBef>
              <a:spcAft>
                <a:spcPts val="0"/>
              </a:spcAft>
              <a:buClr>
                <a:schemeClr val="accent6"/>
              </a:buClr>
              <a:buSzPts val="1000"/>
              <a:buChar char="●"/>
              <a:defRPr>
                <a:solidFill>
                  <a:schemeClr val="accent6"/>
                </a:solidFill>
              </a:defRPr>
            </a:lvl4pPr>
            <a:lvl5pPr indent="-292100" lvl="4" marL="2286000" algn="l">
              <a:lnSpc>
                <a:spcPct val="100000"/>
              </a:lnSpc>
              <a:spcBef>
                <a:spcPts val="800"/>
              </a:spcBef>
              <a:spcAft>
                <a:spcPts val="0"/>
              </a:spcAft>
              <a:buClr>
                <a:schemeClr val="accent6"/>
              </a:buClr>
              <a:buSzPts val="1000"/>
              <a:buChar char="○"/>
              <a:defRPr>
                <a:solidFill>
                  <a:schemeClr val="accent6"/>
                </a:solidFill>
              </a:defRPr>
            </a:lvl5pPr>
            <a:lvl6pPr indent="-292100" lvl="5" marL="2743200" algn="l">
              <a:lnSpc>
                <a:spcPct val="100000"/>
              </a:lnSpc>
              <a:spcBef>
                <a:spcPts val="800"/>
              </a:spcBef>
              <a:spcAft>
                <a:spcPts val="0"/>
              </a:spcAft>
              <a:buClr>
                <a:schemeClr val="accent6"/>
              </a:buClr>
              <a:buSzPts val="1000"/>
              <a:buChar char="■"/>
              <a:defRPr>
                <a:solidFill>
                  <a:schemeClr val="accent6"/>
                </a:solidFill>
              </a:defRPr>
            </a:lvl6pPr>
            <a:lvl7pPr indent="-292100" lvl="6" marL="3200400" algn="l">
              <a:lnSpc>
                <a:spcPct val="100000"/>
              </a:lnSpc>
              <a:spcBef>
                <a:spcPts val="800"/>
              </a:spcBef>
              <a:spcAft>
                <a:spcPts val="0"/>
              </a:spcAft>
              <a:buClr>
                <a:schemeClr val="accent6"/>
              </a:buClr>
              <a:buSzPts val="1000"/>
              <a:buChar char="●"/>
              <a:defRPr>
                <a:solidFill>
                  <a:schemeClr val="accent6"/>
                </a:solidFill>
              </a:defRPr>
            </a:lvl7pPr>
            <a:lvl8pPr indent="-292100" lvl="7" marL="3657600" algn="l">
              <a:lnSpc>
                <a:spcPct val="100000"/>
              </a:lnSpc>
              <a:spcBef>
                <a:spcPts val="800"/>
              </a:spcBef>
              <a:spcAft>
                <a:spcPts val="0"/>
              </a:spcAft>
              <a:buClr>
                <a:schemeClr val="accent6"/>
              </a:buClr>
              <a:buSzPts val="1000"/>
              <a:buChar char="○"/>
              <a:defRPr>
                <a:solidFill>
                  <a:schemeClr val="accent6"/>
                </a:solidFill>
              </a:defRPr>
            </a:lvl8pPr>
            <a:lvl9pPr indent="-292100" lvl="8" marL="4114800" algn="l">
              <a:lnSpc>
                <a:spcPct val="100000"/>
              </a:lnSpc>
              <a:spcBef>
                <a:spcPts val="800"/>
              </a:spcBef>
              <a:spcAft>
                <a:spcPts val="800"/>
              </a:spcAft>
              <a:buClr>
                <a:schemeClr val="accent6"/>
              </a:buClr>
              <a:buSzPts val="1000"/>
              <a:buChar char="■"/>
              <a:defRPr>
                <a:solidFill>
                  <a:schemeClr val="accent6"/>
                </a:solidFill>
              </a:defRPr>
            </a:lvl9pPr>
          </a:lstStyle>
          <a:p/>
        </p:txBody>
      </p:sp>
      <p:sp>
        <p:nvSpPr>
          <p:cNvPr id="133" name="Google Shape;133;p20"/>
          <p:cNvSpPr txBox="1"/>
          <p:nvPr>
            <p:ph idx="8" type="subTitle"/>
          </p:nvPr>
        </p:nvSpPr>
        <p:spPr>
          <a:xfrm>
            <a:off x="1400950" y="1291375"/>
            <a:ext cx="3811200" cy="3378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lt1"/>
              </a:buClr>
              <a:buSzPts val="1400"/>
              <a:buFont typeface="Poppins"/>
              <a:buNone/>
              <a:defRPr/>
            </a:lvl1pPr>
            <a:lvl2pPr lvl="1"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2pPr>
            <a:lvl3pPr lvl="2"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3pPr>
            <a:lvl4pPr lvl="3"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4pPr>
            <a:lvl5pPr lvl="4"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5pPr>
            <a:lvl6pPr lvl="5"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6pPr>
            <a:lvl7pPr lvl="6"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7pPr>
            <a:lvl8pPr lvl="7"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8pPr>
            <a:lvl9pPr lvl="8"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9pPr>
          </a:lstStyle>
          <a:p/>
        </p:txBody>
      </p:sp>
      <p:sp>
        <p:nvSpPr>
          <p:cNvPr id="134" name="Google Shape;134;p20"/>
          <p:cNvSpPr txBox="1"/>
          <p:nvPr>
            <p:ph idx="9" type="body"/>
          </p:nvPr>
        </p:nvSpPr>
        <p:spPr>
          <a:xfrm>
            <a:off x="1399300" y="2838025"/>
            <a:ext cx="3811200" cy="10233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80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80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80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80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80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80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80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800"/>
              </a:spcBef>
              <a:spcAft>
                <a:spcPts val="800"/>
              </a:spcAft>
              <a:buClr>
                <a:schemeClr val="accent6"/>
              </a:buClr>
              <a:buSzPts val="1000"/>
              <a:buFont typeface="Instrument Sans"/>
              <a:buChar char="■"/>
              <a:defRPr>
                <a:solidFill>
                  <a:schemeClr val="accent6"/>
                </a:solidFill>
              </a:defRPr>
            </a:lvl9pPr>
          </a:lstStyle>
          <a:p/>
        </p:txBody>
      </p:sp>
      <p:sp>
        <p:nvSpPr>
          <p:cNvPr id="135" name="Google Shape;135;p20"/>
          <p:cNvSpPr txBox="1"/>
          <p:nvPr>
            <p:ph idx="13" type="subTitle"/>
          </p:nvPr>
        </p:nvSpPr>
        <p:spPr>
          <a:xfrm>
            <a:off x="1399313" y="2576425"/>
            <a:ext cx="3811200" cy="3378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lt1"/>
              </a:buClr>
              <a:buSzPts val="1400"/>
              <a:buFont typeface="Poppins"/>
              <a:buNone/>
              <a:defRPr/>
            </a:lvl1pPr>
            <a:lvl2pPr lvl="1"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2pPr>
            <a:lvl3pPr lvl="2"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3pPr>
            <a:lvl4pPr lvl="3"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4pPr>
            <a:lvl5pPr lvl="4"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5pPr>
            <a:lvl6pPr lvl="5"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6pPr>
            <a:lvl7pPr lvl="6"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7pPr>
            <a:lvl8pPr lvl="7"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8pPr>
            <a:lvl9pPr lvl="8"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9pPr>
          </a:lstStyle>
          <a:p/>
        </p:txBody>
      </p:sp>
      <p:sp>
        <p:nvSpPr>
          <p:cNvPr id="136" name="Google Shape;136;p20"/>
          <p:cNvSpPr txBox="1"/>
          <p:nvPr>
            <p:ph idx="14" type="body"/>
          </p:nvPr>
        </p:nvSpPr>
        <p:spPr>
          <a:xfrm>
            <a:off x="1399325" y="4123075"/>
            <a:ext cx="3811200" cy="8919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80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80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80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80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80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80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80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800"/>
              </a:spcBef>
              <a:spcAft>
                <a:spcPts val="800"/>
              </a:spcAft>
              <a:buClr>
                <a:schemeClr val="accent6"/>
              </a:buClr>
              <a:buSzPts val="1000"/>
              <a:buFont typeface="Instrument Sans"/>
              <a:buChar char="■"/>
              <a:defRPr>
                <a:solidFill>
                  <a:schemeClr val="accent6"/>
                </a:solidFill>
              </a:defRPr>
            </a:lvl9pPr>
          </a:lstStyle>
          <a:p/>
        </p:txBody>
      </p:sp>
      <p:sp>
        <p:nvSpPr>
          <p:cNvPr id="137" name="Google Shape;137;p20"/>
          <p:cNvSpPr txBox="1"/>
          <p:nvPr>
            <p:ph idx="15" type="subTitle"/>
          </p:nvPr>
        </p:nvSpPr>
        <p:spPr>
          <a:xfrm>
            <a:off x="1399338" y="3861475"/>
            <a:ext cx="3811200" cy="3378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lt1"/>
              </a:buClr>
              <a:buSzPts val="1400"/>
              <a:buFont typeface="Poppins"/>
              <a:buNone/>
              <a:defRPr/>
            </a:lvl1pPr>
            <a:lvl2pPr lvl="1"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2pPr>
            <a:lvl3pPr lvl="2"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3pPr>
            <a:lvl4pPr lvl="3"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4pPr>
            <a:lvl5pPr lvl="4"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5pPr>
            <a:lvl6pPr lvl="5"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6pPr>
            <a:lvl7pPr lvl="6"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7pPr>
            <a:lvl8pPr lvl="7"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8pPr>
            <a:lvl9pPr lvl="8"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9pPr>
          </a:lstStyle>
          <a:p/>
        </p:txBody>
      </p:sp>
      <p:sp>
        <p:nvSpPr>
          <p:cNvPr id="138" name="Google Shape;138;p20"/>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14_1">
    <p:spTree>
      <p:nvGrpSpPr>
        <p:cNvPr id="139" name="Shape 139"/>
        <p:cNvGrpSpPr/>
        <p:nvPr/>
      </p:nvGrpSpPr>
      <p:grpSpPr>
        <a:xfrm>
          <a:off x="0" y="0"/>
          <a:ext cx="0" cy="0"/>
          <a:chOff x="0" y="0"/>
          <a:chExt cx="0" cy="0"/>
        </a:xfrm>
      </p:grpSpPr>
      <p:pic>
        <p:nvPicPr>
          <p:cNvPr id="140" name="Google Shape;140;p21"/>
          <p:cNvPicPr preferRelativeResize="0"/>
          <p:nvPr/>
        </p:nvPicPr>
        <p:blipFill rotWithShape="1">
          <a:blip r:embed="rId2">
            <a:alphaModFix/>
          </a:blip>
          <a:srcRect b="0" l="0" r="0" t="0"/>
          <a:stretch/>
        </p:blipFill>
        <p:spPr>
          <a:xfrm>
            <a:off x="7727700" y="0"/>
            <a:ext cx="1290725" cy="1290725"/>
          </a:xfrm>
          <a:prstGeom prst="rect">
            <a:avLst/>
          </a:prstGeom>
          <a:noFill/>
          <a:ln>
            <a:noFill/>
          </a:ln>
        </p:spPr>
      </p:pic>
      <p:sp>
        <p:nvSpPr>
          <p:cNvPr id="141" name="Google Shape;141;p21"/>
          <p:cNvSpPr txBox="1"/>
          <p:nvPr>
            <p:ph idx="1" type="body"/>
          </p:nvPr>
        </p:nvSpPr>
        <p:spPr>
          <a:xfrm>
            <a:off x="1399300" y="1602100"/>
            <a:ext cx="2540700" cy="977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142" name="Google Shape;142;p21"/>
          <p:cNvSpPr txBox="1"/>
          <p:nvPr>
            <p:ph idx="2" type="body"/>
          </p:nvPr>
        </p:nvSpPr>
        <p:spPr>
          <a:xfrm>
            <a:off x="1399300" y="2728825"/>
            <a:ext cx="2540700" cy="977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143" name="Google Shape;143;p21"/>
          <p:cNvSpPr txBox="1"/>
          <p:nvPr>
            <p:ph idx="3" type="body"/>
          </p:nvPr>
        </p:nvSpPr>
        <p:spPr>
          <a:xfrm>
            <a:off x="1399300" y="4013875"/>
            <a:ext cx="2540700" cy="977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144" name="Google Shape;144;p21"/>
          <p:cNvSpPr txBox="1"/>
          <p:nvPr>
            <p:ph idx="4" type="body"/>
          </p:nvPr>
        </p:nvSpPr>
        <p:spPr>
          <a:xfrm>
            <a:off x="3941750" y="1602100"/>
            <a:ext cx="2540700" cy="977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145" name="Google Shape;145;p21"/>
          <p:cNvSpPr txBox="1"/>
          <p:nvPr>
            <p:ph idx="5" type="body"/>
          </p:nvPr>
        </p:nvSpPr>
        <p:spPr>
          <a:xfrm>
            <a:off x="3941750" y="2728825"/>
            <a:ext cx="2540700" cy="977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146" name="Google Shape;146;p21"/>
          <p:cNvSpPr txBox="1"/>
          <p:nvPr>
            <p:ph idx="6" type="body"/>
          </p:nvPr>
        </p:nvSpPr>
        <p:spPr>
          <a:xfrm>
            <a:off x="3941750" y="4013875"/>
            <a:ext cx="2540700" cy="977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147" name="Google Shape;147;p21"/>
          <p:cNvSpPr txBox="1"/>
          <p:nvPr>
            <p:ph idx="7" type="body"/>
          </p:nvPr>
        </p:nvSpPr>
        <p:spPr>
          <a:xfrm>
            <a:off x="6484200" y="1602100"/>
            <a:ext cx="2540700" cy="977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148" name="Google Shape;148;p21"/>
          <p:cNvSpPr txBox="1"/>
          <p:nvPr>
            <p:ph idx="8" type="body"/>
          </p:nvPr>
        </p:nvSpPr>
        <p:spPr>
          <a:xfrm>
            <a:off x="6484200" y="2728825"/>
            <a:ext cx="2540700" cy="977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149" name="Google Shape;149;p21"/>
          <p:cNvSpPr txBox="1"/>
          <p:nvPr>
            <p:ph idx="9" type="body"/>
          </p:nvPr>
        </p:nvSpPr>
        <p:spPr>
          <a:xfrm>
            <a:off x="6484200" y="4013875"/>
            <a:ext cx="2540700" cy="977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150" name="Google Shape;150;p21"/>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51" name="Google Shape;151;p21"/>
          <p:cNvSpPr txBox="1"/>
          <p:nvPr>
            <p:ph type="title"/>
          </p:nvPr>
        </p:nvSpPr>
        <p:spPr>
          <a:xfrm>
            <a:off x="139700" y="228600"/>
            <a:ext cx="6341400" cy="609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cxnSp>
        <p:nvCxnSpPr>
          <p:cNvPr id="152" name="Google Shape;152;p21"/>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153" name="Google Shape;153;p21"/>
          <p:cNvCxnSpPr/>
          <p:nvPr/>
        </p:nvCxnSpPr>
        <p:spPr>
          <a:xfrm>
            <a:off x="9023250" y="1200"/>
            <a:ext cx="0" cy="5143500"/>
          </a:xfrm>
          <a:prstGeom prst="straightConnector1">
            <a:avLst/>
          </a:prstGeom>
          <a:noFill/>
          <a:ln cap="flat" cmpd="sng" w="9525">
            <a:solidFill>
              <a:schemeClr val="accent3"/>
            </a:solidFill>
            <a:prstDash val="solid"/>
            <a:round/>
            <a:headEnd len="sm" w="sm" type="none"/>
            <a:tailEnd len="sm" w="sm" type="none"/>
          </a:ln>
        </p:spPr>
      </p:cxnSp>
      <p:sp>
        <p:nvSpPr>
          <p:cNvPr id="154" name="Google Shape;154;p21"/>
          <p:cNvSpPr txBox="1"/>
          <p:nvPr>
            <p:ph idx="13" type="subTitle"/>
          </p:nvPr>
        </p:nvSpPr>
        <p:spPr>
          <a:xfrm>
            <a:off x="139700" y="1443775"/>
            <a:ext cx="1259700" cy="337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sz="1200">
                <a:solidFill>
                  <a:schemeClr val="accent6"/>
                </a:solidFill>
                <a:latin typeface="Instrument Sans"/>
                <a:ea typeface="Instrument Sans"/>
                <a:cs typeface="Instrument Sans"/>
                <a:sym typeface="Instrument Sans"/>
              </a:defRPr>
            </a:lvl1pPr>
            <a:lvl2pPr lvl="1"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2pPr>
            <a:lvl3pPr lvl="2"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3pPr>
            <a:lvl4pPr lvl="3"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4pPr>
            <a:lvl5pPr lvl="4"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5pPr>
            <a:lvl6pPr lvl="5"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6pPr>
            <a:lvl7pPr lvl="6"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7pPr>
            <a:lvl8pPr lvl="7"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8pPr>
            <a:lvl9pPr lvl="8"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9pPr>
          </a:lstStyle>
          <a:p/>
        </p:txBody>
      </p:sp>
      <p:sp>
        <p:nvSpPr>
          <p:cNvPr id="155" name="Google Shape;155;p21"/>
          <p:cNvSpPr txBox="1"/>
          <p:nvPr>
            <p:ph idx="14" type="subTitle"/>
          </p:nvPr>
        </p:nvSpPr>
        <p:spPr>
          <a:xfrm>
            <a:off x="139700" y="2729275"/>
            <a:ext cx="1259700" cy="337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sz="1200">
                <a:solidFill>
                  <a:schemeClr val="accent6"/>
                </a:solidFill>
                <a:latin typeface="Instrument Sans"/>
                <a:ea typeface="Instrument Sans"/>
                <a:cs typeface="Instrument Sans"/>
                <a:sym typeface="Instrument Sans"/>
              </a:defRPr>
            </a:lvl1pPr>
            <a:lvl2pPr lvl="1"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2pPr>
            <a:lvl3pPr lvl="2"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3pPr>
            <a:lvl4pPr lvl="3"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4pPr>
            <a:lvl5pPr lvl="4"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5pPr>
            <a:lvl6pPr lvl="5"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6pPr>
            <a:lvl7pPr lvl="6"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7pPr>
            <a:lvl8pPr lvl="7"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8pPr>
            <a:lvl9pPr lvl="8"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9pPr>
          </a:lstStyle>
          <a:p/>
        </p:txBody>
      </p:sp>
      <p:sp>
        <p:nvSpPr>
          <p:cNvPr id="156" name="Google Shape;156;p21"/>
          <p:cNvSpPr txBox="1"/>
          <p:nvPr>
            <p:ph idx="15" type="subTitle"/>
          </p:nvPr>
        </p:nvSpPr>
        <p:spPr>
          <a:xfrm>
            <a:off x="139700" y="4014775"/>
            <a:ext cx="1259700" cy="337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sz="1200">
                <a:solidFill>
                  <a:schemeClr val="accent6"/>
                </a:solidFill>
                <a:latin typeface="Instrument Sans"/>
                <a:ea typeface="Instrument Sans"/>
                <a:cs typeface="Instrument Sans"/>
                <a:sym typeface="Instrument Sans"/>
              </a:defRPr>
            </a:lvl1pPr>
            <a:lvl2pPr lvl="1"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2pPr>
            <a:lvl3pPr lvl="2"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3pPr>
            <a:lvl4pPr lvl="3"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4pPr>
            <a:lvl5pPr lvl="4"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5pPr>
            <a:lvl6pPr lvl="5"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6pPr>
            <a:lvl7pPr lvl="6"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7pPr>
            <a:lvl8pPr lvl="7"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8pPr>
            <a:lvl9pPr lvl="8"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 Alt 2">
  <p:cSld name="BLANK_1_1_1_1_1_1_1_1_1_1_1_1_1_1_1_1_1_1">
    <p:spTree>
      <p:nvGrpSpPr>
        <p:cNvPr id="157" name="Shape 157"/>
        <p:cNvGrpSpPr/>
        <p:nvPr/>
      </p:nvGrpSpPr>
      <p:grpSpPr>
        <a:xfrm>
          <a:off x="0" y="0"/>
          <a:ext cx="0" cy="0"/>
          <a:chOff x="0" y="0"/>
          <a:chExt cx="0" cy="0"/>
        </a:xfrm>
      </p:grpSpPr>
      <p:sp>
        <p:nvSpPr>
          <p:cNvPr id="158" name="Google Shape;158;p22"/>
          <p:cNvSpPr txBox="1"/>
          <p:nvPr>
            <p:ph idx="1" type="body"/>
          </p:nvPr>
        </p:nvSpPr>
        <p:spPr>
          <a:xfrm>
            <a:off x="2683650" y="1608600"/>
            <a:ext cx="2514600" cy="891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159" name="Google Shape;159;p22"/>
          <p:cNvSpPr txBox="1"/>
          <p:nvPr>
            <p:ph idx="2" type="subTitle"/>
          </p:nvPr>
        </p:nvSpPr>
        <p:spPr>
          <a:xfrm>
            <a:off x="2666700" y="1285200"/>
            <a:ext cx="2545500" cy="323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160" name="Google Shape;160;p22"/>
          <p:cNvSpPr txBox="1"/>
          <p:nvPr>
            <p:ph idx="3" type="body"/>
          </p:nvPr>
        </p:nvSpPr>
        <p:spPr>
          <a:xfrm>
            <a:off x="6483525" y="2875975"/>
            <a:ext cx="2514600" cy="9783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80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80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80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80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80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80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80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800"/>
              </a:spcBef>
              <a:spcAft>
                <a:spcPts val="800"/>
              </a:spcAft>
              <a:buClr>
                <a:schemeClr val="accent6"/>
              </a:buClr>
              <a:buSzPts val="1000"/>
              <a:buFont typeface="Instrument Sans"/>
              <a:buChar char="■"/>
              <a:defRPr>
                <a:solidFill>
                  <a:schemeClr val="accent6"/>
                </a:solidFill>
              </a:defRPr>
            </a:lvl9pPr>
          </a:lstStyle>
          <a:p/>
        </p:txBody>
      </p:sp>
      <p:sp>
        <p:nvSpPr>
          <p:cNvPr id="161" name="Google Shape;161;p22"/>
          <p:cNvSpPr txBox="1"/>
          <p:nvPr>
            <p:ph type="title"/>
          </p:nvPr>
        </p:nvSpPr>
        <p:spPr>
          <a:xfrm>
            <a:off x="128875" y="234450"/>
            <a:ext cx="6354600" cy="10569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3600"/>
              <a:buNone/>
              <a:defRPr sz="3600"/>
            </a:lvl1pPr>
            <a:lvl2pPr lvl="1" algn="l">
              <a:lnSpc>
                <a:spcPct val="115000"/>
              </a:lnSpc>
              <a:spcBef>
                <a:spcPts val="0"/>
              </a:spcBef>
              <a:spcAft>
                <a:spcPts val="0"/>
              </a:spcAft>
              <a:buSzPts val="3000"/>
              <a:buNone/>
              <a:defRPr sz="3000">
                <a:latin typeface="Poppins SemiBold"/>
                <a:ea typeface="Poppins SemiBold"/>
                <a:cs typeface="Poppins SemiBold"/>
                <a:sym typeface="Poppins SemiBold"/>
              </a:defRPr>
            </a:lvl2pPr>
            <a:lvl3pPr lvl="2" algn="l">
              <a:lnSpc>
                <a:spcPct val="115000"/>
              </a:lnSpc>
              <a:spcBef>
                <a:spcPts val="0"/>
              </a:spcBef>
              <a:spcAft>
                <a:spcPts val="0"/>
              </a:spcAft>
              <a:buSzPts val="3000"/>
              <a:buNone/>
              <a:defRPr sz="3000">
                <a:latin typeface="Poppins SemiBold"/>
                <a:ea typeface="Poppins SemiBold"/>
                <a:cs typeface="Poppins SemiBold"/>
                <a:sym typeface="Poppins SemiBold"/>
              </a:defRPr>
            </a:lvl3pPr>
            <a:lvl4pPr lvl="3" algn="l">
              <a:lnSpc>
                <a:spcPct val="115000"/>
              </a:lnSpc>
              <a:spcBef>
                <a:spcPts val="0"/>
              </a:spcBef>
              <a:spcAft>
                <a:spcPts val="0"/>
              </a:spcAft>
              <a:buSzPts val="3000"/>
              <a:buNone/>
              <a:defRPr sz="3000">
                <a:latin typeface="Poppins SemiBold"/>
                <a:ea typeface="Poppins SemiBold"/>
                <a:cs typeface="Poppins SemiBold"/>
                <a:sym typeface="Poppins SemiBold"/>
              </a:defRPr>
            </a:lvl4pPr>
            <a:lvl5pPr lvl="4" algn="l">
              <a:lnSpc>
                <a:spcPct val="115000"/>
              </a:lnSpc>
              <a:spcBef>
                <a:spcPts val="0"/>
              </a:spcBef>
              <a:spcAft>
                <a:spcPts val="0"/>
              </a:spcAft>
              <a:buSzPts val="3000"/>
              <a:buNone/>
              <a:defRPr sz="3000">
                <a:latin typeface="Poppins SemiBold"/>
                <a:ea typeface="Poppins SemiBold"/>
                <a:cs typeface="Poppins SemiBold"/>
                <a:sym typeface="Poppins SemiBold"/>
              </a:defRPr>
            </a:lvl5pPr>
            <a:lvl6pPr lvl="5" algn="l">
              <a:lnSpc>
                <a:spcPct val="115000"/>
              </a:lnSpc>
              <a:spcBef>
                <a:spcPts val="0"/>
              </a:spcBef>
              <a:spcAft>
                <a:spcPts val="0"/>
              </a:spcAft>
              <a:buSzPts val="3000"/>
              <a:buNone/>
              <a:defRPr sz="3000">
                <a:latin typeface="Poppins SemiBold"/>
                <a:ea typeface="Poppins SemiBold"/>
                <a:cs typeface="Poppins SemiBold"/>
                <a:sym typeface="Poppins SemiBold"/>
              </a:defRPr>
            </a:lvl6pPr>
            <a:lvl7pPr lvl="6" algn="l">
              <a:lnSpc>
                <a:spcPct val="115000"/>
              </a:lnSpc>
              <a:spcBef>
                <a:spcPts val="0"/>
              </a:spcBef>
              <a:spcAft>
                <a:spcPts val="0"/>
              </a:spcAft>
              <a:buSzPts val="3000"/>
              <a:buNone/>
              <a:defRPr sz="3000">
                <a:latin typeface="Poppins SemiBold"/>
                <a:ea typeface="Poppins SemiBold"/>
                <a:cs typeface="Poppins SemiBold"/>
                <a:sym typeface="Poppins SemiBold"/>
              </a:defRPr>
            </a:lvl7pPr>
            <a:lvl8pPr lvl="7" algn="l">
              <a:lnSpc>
                <a:spcPct val="115000"/>
              </a:lnSpc>
              <a:spcBef>
                <a:spcPts val="0"/>
              </a:spcBef>
              <a:spcAft>
                <a:spcPts val="0"/>
              </a:spcAft>
              <a:buSzPts val="3000"/>
              <a:buNone/>
              <a:defRPr sz="3000">
                <a:latin typeface="Poppins SemiBold"/>
                <a:ea typeface="Poppins SemiBold"/>
                <a:cs typeface="Poppins SemiBold"/>
                <a:sym typeface="Poppins SemiBold"/>
              </a:defRPr>
            </a:lvl8pPr>
            <a:lvl9pPr lvl="8" algn="l">
              <a:lnSpc>
                <a:spcPct val="115000"/>
              </a:lnSpc>
              <a:spcBef>
                <a:spcPts val="0"/>
              </a:spcBef>
              <a:spcAft>
                <a:spcPts val="0"/>
              </a:spcAft>
              <a:buSzPts val="3000"/>
              <a:buNone/>
              <a:defRPr sz="3000">
                <a:latin typeface="Poppins SemiBold"/>
                <a:ea typeface="Poppins SemiBold"/>
                <a:cs typeface="Poppins SemiBold"/>
                <a:sym typeface="Poppins SemiBold"/>
              </a:defRPr>
            </a:lvl9pPr>
          </a:lstStyle>
          <a:p/>
        </p:txBody>
      </p:sp>
      <p:sp>
        <p:nvSpPr>
          <p:cNvPr id="162" name="Google Shape;162;p22"/>
          <p:cNvSpPr txBox="1"/>
          <p:nvPr>
            <p:ph idx="4" type="body"/>
          </p:nvPr>
        </p:nvSpPr>
        <p:spPr>
          <a:xfrm>
            <a:off x="2671425" y="4165300"/>
            <a:ext cx="2545500" cy="891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163" name="Google Shape;163;p22"/>
          <p:cNvSpPr txBox="1"/>
          <p:nvPr>
            <p:ph idx="5" type="subTitle"/>
          </p:nvPr>
        </p:nvSpPr>
        <p:spPr>
          <a:xfrm>
            <a:off x="2665813" y="3858100"/>
            <a:ext cx="2545500" cy="296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2pPr>
            <a:lvl3pPr lvl="2"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3pPr>
            <a:lvl4pPr lvl="3"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4pPr>
            <a:lvl5pPr lvl="4"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5pPr>
            <a:lvl6pPr lvl="5"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6pPr>
            <a:lvl7pPr lvl="6"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7pPr>
            <a:lvl8pPr lvl="7"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8pPr>
            <a:lvl9pPr lvl="8"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9pPr>
          </a:lstStyle>
          <a:p/>
        </p:txBody>
      </p:sp>
      <p:sp>
        <p:nvSpPr>
          <p:cNvPr id="164" name="Google Shape;164;p22"/>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cxnSp>
        <p:nvCxnSpPr>
          <p:cNvPr id="165" name="Google Shape;165;p22"/>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166" name="Google Shape;166;p22"/>
          <p:cNvCxnSpPr/>
          <p:nvPr/>
        </p:nvCxnSpPr>
        <p:spPr>
          <a:xfrm>
            <a:off x="9023250" y="1200"/>
            <a:ext cx="0" cy="5143500"/>
          </a:xfrm>
          <a:prstGeom prst="straightConnector1">
            <a:avLst/>
          </a:prstGeom>
          <a:noFill/>
          <a:ln cap="flat" cmpd="sng" w="9525">
            <a:solidFill>
              <a:schemeClr val="accent3"/>
            </a:solidFill>
            <a:prstDash val="solid"/>
            <a:round/>
            <a:headEnd len="sm" w="sm" type="none"/>
            <a:tailEnd len="sm" w="sm" type="none"/>
          </a:ln>
        </p:spPr>
      </p:cxnSp>
      <p:sp>
        <p:nvSpPr>
          <p:cNvPr id="167" name="Google Shape;167;p22"/>
          <p:cNvSpPr txBox="1"/>
          <p:nvPr>
            <p:ph idx="6" type="subTitle"/>
          </p:nvPr>
        </p:nvSpPr>
        <p:spPr>
          <a:xfrm>
            <a:off x="6479375" y="2579575"/>
            <a:ext cx="2545500" cy="296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2pPr>
            <a:lvl3pPr lvl="2"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3pPr>
            <a:lvl4pPr lvl="3"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4pPr>
            <a:lvl5pPr lvl="4"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5pPr>
            <a:lvl6pPr lvl="5"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6pPr>
            <a:lvl7pPr lvl="6"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7pPr>
            <a:lvl8pPr lvl="7"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8pPr>
            <a:lvl9pPr lvl="8"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 Alt 1">
  <p:cSld name="BLANK_1_1_1_1_1_1_1_1_1_1_1_1_1_1_1_1_1_1_2">
    <p:spTree>
      <p:nvGrpSpPr>
        <p:cNvPr id="168" name="Shape 168"/>
        <p:cNvGrpSpPr/>
        <p:nvPr/>
      </p:nvGrpSpPr>
      <p:grpSpPr>
        <a:xfrm>
          <a:off x="0" y="0"/>
          <a:ext cx="0" cy="0"/>
          <a:chOff x="0" y="0"/>
          <a:chExt cx="0" cy="0"/>
        </a:xfrm>
      </p:grpSpPr>
      <p:sp>
        <p:nvSpPr>
          <p:cNvPr id="169" name="Google Shape;169;p23"/>
          <p:cNvSpPr txBox="1"/>
          <p:nvPr>
            <p:ph idx="1" type="body"/>
          </p:nvPr>
        </p:nvSpPr>
        <p:spPr>
          <a:xfrm>
            <a:off x="2683650" y="1608600"/>
            <a:ext cx="2514600" cy="891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170" name="Google Shape;170;p23"/>
          <p:cNvSpPr txBox="1"/>
          <p:nvPr>
            <p:ph idx="2" type="subTitle"/>
          </p:nvPr>
        </p:nvSpPr>
        <p:spPr>
          <a:xfrm>
            <a:off x="2666700" y="1285200"/>
            <a:ext cx="2545500" cy="323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171" name="Google Shape;171;p23"/>
          <p:cNvSpPr txBox="1"/>
          <p:nvPr>
            <p:ph idx="3" type="subTitle"/>
          </p:nvPr>
        </p:nvSpPr>
        <p:spPr>
          <a:xfrm>
            <a:off x="2665813" y="3858100"/>
            <a:ext cx="2545500" cy="296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2pPr>
            <a:lvl3pPr lvl="2"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3pPr>
            <a:lvl4pPr lvl="3"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4pPr>
            <a:lvl5pPr lvl="4"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5pPr>
            <a:lvl6pPr lvl="5"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6pPr>
            <a:lvl7pPr lvl="6"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7pPr>
            <a:lvl8pPr lvl="7"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8pPr>
            <a:lvl9pPr lvl="8"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9pPr>
          </a:lstStyle>
          <a:p/>
        </p:txBody>
      </p:sp>
      <p:sp>
        <p:nvSpPr>
          <p:cNvPr id="172" name="Google Shape;172;p23"/>
          <p:cNvSpPr txBox="1"/>
          <p:nvPr>
            <p:ph idx="4" type="body"/>
          </p:nvPr>
        </p:nvSpPr>
        <p:spPr>
          <a:xfrm>
            <a:off x="6483525" y="2875975"/>
            <a:ext cx="2514600" cy="9783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80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80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80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80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80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80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80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800"/>
              </a:spcBef>
              <a:spcAft>
                <a:spcPts val="800"/>
              </a:spcAft>
              <a:buClr>
                <a:schemeClr val="accent6"/>
              </a:buClr>
              <a:buSzPts val="1000"/>
              <a:buFont typeface="Instrument Sans"/>
              <a:buChar char="■"/>
              <a:defRPr>
                <a:solidFill>
                  <a:schemeClr val="accent6"/>
                </a:solidFill>
              </a:defRPr>
            </a:lvl9pPr>
          </a:lstStyle>
          <a:p/>
        </p:txBody>
      </p:sp>
      <p:sp>
        <p:nvSpPr>
          <p:cNvPr id="173" name="Google Shape;173;p23"/>
          <p:cNvSpPr/>
          <p:nvPr>
            <p:ph idx="5" type="pic"/>
          </p:nvPr>
        </p:nvSpPr>
        <p:spPr>
          <a:xfrm>
            <a:off x="128875" y="3858100"/>
            <a:ext cx="1270500" cy="1285500"/>
          </a:xfrm>
          <a:prstGeom prst="rect">
            <a:avLst/>
          </a:prstGeom>
          <a:noFill/>
          <a:ln>
            <a:noFill/>
          </a:ln>
        </p:spPr>
      </p:sp>
      <p:sp>
        <p:nvSpPr>
          <p:cNvPr id="174" name="Google Shape;174;p23"/>
          <p:cNvSpPr/>
          <p:nvPr>
            <p:ph idx="6" type="pic"/>
          </p:nvPr>
        </p:nvSpPr>
        <p:spPr>
          <a:xfrm>
            <a:off x="128875" y="1291350"/>
            <a:ext cx="1270500" cy="1285500"/>
          </a:xfrm>
          <a:prstGeom prst="rect">
            <a:avLst/>
          </a:prstGeom>
          <a:noFill/>
          <a:ln>
            <a:noFill/>
          </a:ln>
        </p:spPr>
      </p:sp>
      <p:sp>
        <p:nvSpPr>
          <p:cNvPr id="175" name="Google Shape;175;p23"/>
          <p:cNvSpPr/>
          <p:nvPr>
            <p:ph idx="7" type="pic"/>
          </p:nvPr>
        </p:nvSpPr>
        <p:spPr>
          <a:xfrm>
            <a:off x="3936325" y="2583600"/>
            <a:ext cx="1270500" cy="1274400"/>
          </a:xfrm>
          <a:prstGeom prst="rect">
            <a:avLst/>
          </a:prstGeom>
          <a:noFill/>
          <a:ln>
            <a:noFill/>
          </a:ln>
        </p:spPr>
      </p:sp>
      <p:sp>
        <p:nvSpPr>
          <p:cNvPr id="176" name="Google Shape;176;p23"/>
          <p:cNvSpPr txBox="1"/>
          <p:nvPr>
            <p:ph type="title"/>
          </p:nvPr>
        </p:nvSpPr>
        <p:spPr>
          <a:xfrm>
            <a:off x="128875" y="234450"/>
            <a:ext cx="3810000" cy="10569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3600"/>
              <a:buNone/>
              <a:defRPr sz="3600"/>
            </a:lvl1pPr>
            <a:lvl2pPr lvl="1" algn="l">
              <a:lnSpc>
                <a:spcPct val="115000"/>
              </a:lnSpc>
              <a:spcBef>
                <a:spcPts val="0"/>
              </a:spcBef>
              <a:spcAft>
                <a:spcPts val="0"/>
              </a:spcAft>
              <a:buSzPts val="3000"/>
              <a:buNone/>
              <a:defRPr sz="3000">
                <a:latin typeface="Poppins SemiBold"/>
                <a:ea typeface="Poppins SemiBold"/>
                <a:cs typeface="Poppins SemiBold"/>
                <a:sym typeface="Poppins SemiBold"/>
              </a:defRPr>
            </a:lvl2pPr>
            <a:lvl3pPr lvl="2" algn="l">
              <a:lnSpc>
                <a:spcPct val="115000"/>
              </a:lnSpc>
              <a:spcBef>
                <a:spcPts val="0"/>
              </a:spcBef>
              <a:spcAft>
                <a:spcPts val="0"/>
              </a:spcAft>
              <a:buSzPts val="3000"/>
              <a:buNone/>
              <a:defRPr sz="3000">
                <a:latin typeface="Poppins SemiBold"/>
                <a:ea typeface="Poppins SemiBold"/>
                <a:cs typeface="Poppins SemiBold"/>
                <a:sym typeface="Poppins SemiBold"/>
              </a:defRPr>
            </a:lvl3pPr>
            <a:lvl4pPr lvl="3" algn="l">
              <a:lnSpc>
                <a:spcPct val="115000"/>
              </a:lnSpc>
              <a:spcBef>
                <a:spcPts val="0"/>
              </a:spcBef>
              <a:spcAft>
                <a:spcPts val="0"/>
              </a:spcAft>
              <a:buSzPts val="3000"/>
              <a:buNone/>
              <a:defRPr sz="3000">
                <a:latin typeface="Poppins SemiBold"/>
                <a:ea typeface="Poppins SemiBold"/>
                <a:cs typeface="Poppins SemiBold"/>
                <a:sym typeface="Poppins SemiBold"/>
              </a:defRPr>
            </a:lvl4pPr>
            <a:lvl5pPr lvl="4" algn="l">
              <a:lnSpc>
                <a:spcPct val="115000"/>
              </a:lnSpc>
              <a:spcBef>
                <a:spcPts val="0"/>
              </a:spcBef>
              <a:spcAft>
                <a:spcPts val="0"/>
              </a:spcAft>
              <a:buSzPts val="3000"/>
              <a:buNone/>
              <a:defRPr sz="3000">
                <a:latin typeface="Poppins SemiBold"/>
                <a:ea typeface="Poppins SemiBold"/>
                <a:cs typeface="Poppins SemiBold"/>
                <a:sym typeface="Poppins SemiBold"/>
              </a:defRPr>
            </a:lvl5pPr>
            <a:lvl6pPr lvl="5" algn="l">
              <a:lnSpc>
                <a:spcPct val="115000"/>
              </a:lnSpc>
              <a:spcBef>
                <a:spcPts val="0"/>
              </a:spcBef>
              <a:spcAft>
                <a:spcPts val="0"/>
              </a:spcAft>
              <a:buSzPts val="3000"/>
              <a:buNone/>
              <a:defRPr sz="3000">
                <a:latin typeface="Poppins SemiBold"/>
                <a:ea typeface="Poppins SemiBold"/>
                <a:cs typeface="Poppins SemiBold"/>
                <a:sym typeface="Poppins SemiBold"/>
              </a:defRPr>
            </a:lvl6pPr>
            <a:lvl7pPr lvl="6" algn="l">
              <a:lnSpc>
                <a:spcPct val="115000"/>
              </a:lnSpc>
              <a:spcBef>
                <a:spcPts val="0"/>
              </a:spcBef>
              <a:spcAft>
                <a:spcPts val="0"/>
              </a:spcAft>
              <a:buSzPts val="3000"/>
              <a:buNone/>
              <a:defRPr sz="3000">
                <a:latin typeface="Poppins SemiBold"/>
                <a:ea typeface="Poppins SemiBold"/>
                <a:cs typeface="Poppins SemiBold"/>
                <a:sym typeface="Poppins SemiBold"/>
              </a:defRPr>
            </a:lvl7pPr>
            <a:lvl8pPr lvl="7" algn="l">
              <a:lnSpc>
                <a:spcPct val="115000"/>
              </a:lnSpc>
              <a:spcBef>
                <a:spcPts val="0"/>
              </a:spcBef>
              <a:spcAft>
                <a:spcPts val="0"/>
              </a:spcAft>
              <a:buSzPts val="3000"/>
              <a:buNone/>
              <a:defRPr sz="3000">
                <a:latin typeface="Poppins SemiBold"/>
                <a:ea typeface="Poppins SemiBold"/>
                <a:cs typeface="Poppins SemiBold"/>
                <a:sym typeface="Poppins SemiBold"/>
              </a:defRPr>
            </a:lvl8pPr>
            <a:lvl9pPr lvl="8" algn="l">
              <a:lnSpc>
                <a:spcPct val="115000"/>
              </a:lnSpc>
              <a:spcBef>
                <a:spcPts val="0"/>
              </a:spcBef>
              <a:spcAft>
                <a:spcPts val="0"/>
              </a:spcAft>
              <a:buSzPts val="3000"/>
              <a:buNone/>
              <a:defRPr sz="3000">
                <a:latin typeface="Poppins SemiBold"/>
                <a:ea typeface="Poppins SemiBold"/>
                <a:cs typeface="Poppins SemiBold"/>
                <a:sym typeface="Poppins SemiBold"/>
              </a:defRPr>
            </a:lvl9pPr>
          </a:lstStyle>
          <a:p/>
        </p:txBody>
      </p:sp>
      <p:sp>
        <p:nvSpPr>
          <p:cNvPr id="177" name="Google Shape;177;p23"/>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cxnSp>
        <p:nvCxnSpPr>
          <p:cNvPr id="178" name="Google Shape;178;p23"/>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179" name="Google Shape;179;p23"/>
          <p:cNvCxnSpPr/>
          <p:nvPr/>
        </p:nvCxnSpPr>
        <p:spPr>
          <a:xfrm>
            <a:off x="9023250" y="1200"/>
            <a:ext cx="0" cy="5143500"/>
          </a:xfrm>
          <a:prstGeom prst="straightConnector1">
            <a:avLst/>
          </a:prstGeom>
          <a:noFill/>
          <a:ln cap="flat" cmpd="sng" w="9525">
            <a:solidFill>
              <a:schemeClr val="accent3"/>
            </a:solidFill>
            <a:prstDash val="solid"/>
            <a:round/>
            <a:headEnd len="sm" w="sm" type="none"/>
            <a:tailEnd len="sm" w="sm" type="none"/>
          </a:ln>
        </p:spPr>
      </p:cxnSp>
      <p:sp>
        <p:nvSpPr>
          <p:cNvPr id="180" name="Google Shape;180;p23"/>
          <p:cNvSpPr txBox="1"/>
          <p:nvPr>
            <p:ph idx="8" type="subTitle"/>
          </p:nvPr>
        </p:nvSpPr>
        <p:spPr>
          <a:xfrm>
            <a:off x="3940150" y="234450"/>
            <a:ext cx="4860300" cy="6051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9pPr>
          </a:lstStyle>
          <a:p/>
        </p:txBody>
      </p:sp>
      <p:sp>
        <p:nvSpPr>
          <p:cNvPr id="181" name="Google Shape;181;p23"/>
          <p:cNvSpPr txBox="1"/>
          <p:nvPr>
            <p:ph idx="9" type="body"/>
          </p:nvPr>
        </p:nvSpPr>
        <p:spPr>
          <a:xfrm>
            <a:off x="2671425" y="4165300"/>
            <a:ext cx="2545500" cy="891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182" name="Google Shape;182;p23"/>
          <p:cNvSpPr txBox="1"/>
          <p:nvPr>
            <p:ph idx="13" type="subTitle"/>
          </p:nvPr>
        </p:nvSpPr>
        <p:spPr>
          <a:xfrm>
            <a:off x="6479375" y="2579575"/>
            <a:ext cx="2545500" cy="296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2pPr>
            <a:lvl3pPr lvl="2"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3pPr>
            <a:lvl4pPr lvl="3"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4pPr>
            <a:lvl5pPr lvl="4"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5pPr>
            <a:lvl6pPr lvl="5"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6pPr>
            <a:lvl7pPr lvl="6"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7pPr>
            <a:lvl8pPr lvl="7"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8pPr>
            <a:lvl9pPr lvl="8"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CUSTOM">
    <p:spTree>
      <p:nvGrpSpPr>
        <p:cNvPr id="183" name="Shape 183"/>
        <p:cNvGrpSpPr/>
        <p:nvPr/>
      </p:nvGrpSpPr>
      <p:grpSpPr>
        <a:xfrm>
          <a:off x="0" y="0"/>
          <a:ext cx="0" cy="0"/>
          <a:chOff x="0" y="0"/>
          <a:chExt cx="0" cy="0"/>
        </a:xfrm>
      </p:grpSpPr>
      <p:pic>
        <p:nvPicPr>
          <p:cNvPr id="184" name="Google Shape;184;p24"/>
          <p:cNvPicPr preferRelativeResize="0"/>
          <p:nvPr/>
        </p:nvPicPr>
        <p:blipFill rotWithShape="1">
          <a:blip r:embed="rId2">
            <a:alphaModFix/>
          </a:blip>
          <a:srcRect b="0" l="0" r="0" t="0"/>
          <a:stretch/>
        </p:blipFill>
        <p:spPr>
          <a:xfrm rot="10800000">
            <a:off x="7747525" y="-6725"/>
            <a:ext cx="1265400" cy="1293000"/>
          </a:xfrm>
          <a:prstGeom prst="rect">
            <a:avLst/>
          </a:prstGeom>
          <a:noFill/>
          <a:ln>
            <a:noFill/>
          </a:ln>
        </p:spPr>
      </p:pic>
      <p:sp>
        <p:nvSpPr>
          <p:cNvPr id="185" name="Google Shape;185;p24"/>
          <p:cNvSpPr txBox="1"/>
          <p:nvPr>
            <p:ph idx="1" type="body"/>
          </p:nvPr>
        </p:nvSpPr>
        <p:spPr>
          <a:xfrm>
            <a:off x="134175" y="2591900"/>
            <a:ext cx="1259400" cy="1056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b="1"/>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186" name="Google Shape;186;p24"/>
          <p:cNvSpPr txBox="1"/>
          <p:nvPr>
            <p:ph idx="2" type="body"/>
          </p:nvPr>
        </p:nvSpPr>
        <p:spPr>
          <a:xfrm>
            <a:off x="1401350" y="3858800"/>
            <a:ext cx="1266300" cy="1056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b="1"/>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800"/>
              </a:spcBef>
              <a:spcAft>
                <a:spcPts val="0"/>
              </a:spcAft>
              <a:buClr>
                <a:schemeClr val="lt1"/>
              </a:buClr>
              <a:buSzPts val="1000"/>
              <a:buFont typeface="Instrument Sans"/>
              <a:buChar char="■"/>
              <a:defRPr/>
            </a:lvl3pPr>
            <a:lvl4pPr indent="-292100" lvl="3" marL="1828800" algn="l">
              <a:lnSpc>
                <a:spcPct val="115000"/>
              </a:lnSpc>
              <a:spcBef>
                <a:spcPts val="800"/>
              </a:spcBef>
              <a:spcAft>
                <a:spcPts val="0"/>
              </a:spcAft>
              <a:buClr>
                <a:schemeClr val="lt1"/>
              </a:buClr>
              <a:buSzPts val="1000"/>
              <a:buFont typeface="Instrument Sans"/>
              <a:buChar char="●"/>
              <a:defRPr/>
            </a:lvl4pPr>
            <a:lvl5pPr indent="-292100" lvl="4" marL="2286000" algn="l">
              <a:lnSpc>
                <a:spcPct val="115000"/>
              </a:lnSpc>
              <a:spcBef>
                <a:spcPts val="800"/>
              </a:spcBef>
              <a:spcAft>
                <a:spcPts val="0"/>
              </a:spcAft>
              <a:buClr>
                <a:schemeClr val="lt1"/>
              </a:buClr>
              <a:buSzPts val="1000"/>
              <a:buFont typeface="Instrument Sans"/>
              <a:buChar char="○"/>
              <a:defRPr/>
            </a:lvl5pPr>
            <a:lvl6pPr indent="-292100" lvl="5" marL="2743200" algn="l">
              <a:lnSpc>
                <a:spcPct val="115000"/>
              </a:lnSpc>
              <a:spcBef>
                <a:spcPts val="800"/>
              </a:spcBef>
              <a:spcAft>
                <a:spcPts val="0"/>
              </a:spcAft>
              <a:buClr>
                <a:schemeClr val="lt1"/>
              </a:buClr>
              <a:buSzPts val="1000"/>
              <a:buFont typeface="Instrument Sans"/>
              <a:buChar char="■"/>
              <a:defRPr/>
            </a:lvl6pPr>
            <a:lvl7pPr indent="-292100" lvl="6" marL="3200400" algn="l">
              <a:lnSpc>
                <a:spcPct val="115000"/>
              </a:lnSpc>
              <a:spcBef>
                <a:spcPts val="800"/>
              </a:spcBef>
              <a:spcAft>
                <a:spcPts val="0"/>
              </a:spcAft>
              <a:buClr>
                <a:schemeClr val="lt1"/>
              </a:buClr>
              <a:buSzPts val="1000"/>
              <a:buFont typeface="Instrument Sans"/>
              <a:buChar char="●"/>
              <a:defRPr/>
            </a:lvl7pPr>
            <a:lvl8pPr indent="-292100" lvl="7" marL="3657600" algn="l">
              <a:lnSpc>
                <a:spcPct val="115000"/>
              </a:lnSpc>
              <a:spcBef>
                <a:spcPts val="800"/>
              </a:spcBef>
              <a:spcAft>
                <a:spcPts val="0"/>
              </a:spcAft>
              <a:buClr>
                <a:schemeClr val="lt1"/>
              </a:buClr>
              <a:buSzPts val="1000"/>
              <a:buFont typeface="Instrument Sans"/>
              <a:buChar char="○"/>
              <a:defRPr/>
            </a:lvl8pPr>
            <a:lvl9pPr indent="-292100" lvl="8" marL="4114800" algn="l">
              <a:lnSpc>
                <a:spcPct val="115000"/>
              </a:lnSpc>
              <a:spcBef>
                <a:spcPts val="800"/>
              </a:spcBef>
              <a:spcAft>
                <a:spcPts val="800"/>
              </a:spcAft>
              <a:buClr>
                <a:schemeClr val="lt1"/>
              </a:buClr>
              <a:buSzPts val="1000"/>
              <a:buFont typeface="Instrument Sans"/>
              <a:buChar char="■"/>
              <a:defRPr/>
            </a:lvl9pPr>
          </a:lstStyle>
          <a:p/>
        </p:txBody>
      </p:sp>
      <p:sp>
        <p:nvSpPr>
          <p:cNvPr id="187" name="Google Shape;187;p24"/>
          <p:cNvSpPr txBox="1"/>
          <p:nvPr>
            <p:ph idx="3" type="body"/>
          </p:nvPr>
        </p:nvSpPr>
        <p:spPr>
          <a:xfrm>
            <a:off x="2664024" y="2585275"/>
            <a:ext cx="1256400" cy="1056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b="1"/>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188" name="Google Shape;188;p24"/>
          <p:cNvSpPr txBox="1"/>
          <p:nvPr>
            <p:ph idx="4" type="body"/>
          </p:nvPr>
        </p:nvSpPr>
        <p:spPr>
          <a:xfrm>
            <a:off x="3942325" y="3858800"/>
            <a:ext cx="1266300" cy="1056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b="1"/>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189" name="Google Shape;189;p24"/>
          <p:cNvSpPr txBox="1"/>
          <p:nvPr>
            <p:ph idx="5" type="body"/>
          </p:nvPr>
        </p:nvSpPr>
        <p:spPr>
          <a:xfrm>
            <a:off x="5215125" y="2585275"/>
            <a:ext cx="1264200" cy="1056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b="1"/>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190" name="Google Shape;190;p24"/>
          <p:cNvSpPr txBox="1"/>
          <p:nvPr>
            <p:ph idx="6" type="body"/>
          </p:nvPr>
        </p:nvSpPr>
        <p:spPr>
          <a:xfrm>
            <a:off x="6484050" y="3858800"/>
            <a:ext cx="1266300" cy="1056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b="1"/>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191" name="Google Shape;191;p24"/>
          <p:cNvSpPr/>
          <p:nvPr>
            <p:ph idx="7" type="pic"/>
          </p:nvPr>
        </p:nvSpPr>
        <p:spPr>
          <a:xfrm>
            <a:off x="1405975" y="2584850"/>
            <a:ext cx="1259400" cy="1270500"/>
          </a:xfrm>
          <a:prstGeom prst="rect">
            <a:avLst/>
          </a:prstGeom>
          <a:noFill/>
          <a:ln>
            <a:noFill/>
          </a:ln>
        </p:spPr>
      </p:sp>
      <p:sp>
        <p:nvSpPr>
          <p:cNvPr id="192" name="Google Shape;192;p24"/>
          <p:cNvSpPr/>
          <p:nvPr>
            <p:ph idx="8" type="pic"/>
          </p:nvPr>
        </p:nvSpPr>
        <p:spPr>
          <a:xfrm>
            <a:off x="2672775" y="1298150"/>
            <a:ext cx="1264200" cy="1275600"/>
          </a:xfrm>
          <a:prstGeom prst="rect">
            <a:avLst/>
          </a:prstGeom>
          <a:noFill/>
          <a:ln>
            <a:noFill/>
          </a:ln>
        </p:spPr>
      </p:sp>
      <p:sp>
        <p:nvSpPr>
          <p:cNvPr id="193" name="Google Shape;193;p24"/>
          <p:cNvSpPr/>
          <p:nvPr>
            <p:ph idx="9" type="pic"/>
          </p:nvPr>
        </p:nvSpPr>
        <p:spPr>
          <a:xfrm>
            <a:off x="134175" y="1297300"/>
            <a:ext cx="1256700" cy="1275300"/>
          </a:xfrm>
          <a:prstGeom prst="rect">
            <a:avLst/>
          </a:prstGeom>
          <a:noFill/>
          <a:ln>
            <a:noFill/>
          </a:ln>
        </p:spPr>
      </p:sp>
      <p:sp>
        <p:nvSpPr>
          <p:cNvPr id="194" name="Google Shape;194;p24"/>
          <p:cNvSpPr/>
          <p:nvPr>
            <p:ph idx="13" type="pic"/>
          </p:nvPr>
        </p:nvSpPr>
        <p:spPr>
          <a:xfrm>
            <a:off x="3944650" y="2583775"/>
            <a:ext cx="1261200" cy="1270800"/>
          </a:xfrm>
          <a:prstGeom prst="rect">
            <a:avLst/>
          </a:prstGeom>
          <a:noFill/>
          <a:ln>
            <a:noFill/>
          </a:ln>
        </p:spPr>
      </p:sp>
      <p:sp>
        <p:nvSpPr>
          <p:cNvPr id="195" name="Google Shape;195;p24"/>
          <p:cNvSpPr/>
          <p:nvPr>
            <p:ph idx="14" type="pic"/>
          </p:nvPr>
        </p:nvSpPr>
        <p:spPr>
          <a:xfrm>
            <a:off x="5218725" y="1297675"/>
            <a:ext cx="1256400" cy="1276200"/>
          </a:xfrm>
          <a:prstGeom prst="rect">
            <a:avLst/>
          </a:prstGeom>
          <a:noFill/>
          <a:ln>
            <a:noFill/>
          </a:ln>
        </p:spPr>
      </p:sp>
      <p:sp>
        <p:nvSpPr>
          <p:cNvPr id="196" name="Google Shape;196;p24"/>
          <p:cNvSpPr/>
          <p:nvPr>
            <p:ph idx="15" type="pic"/>
          </p:nvPr>
        </p:nvSpPr>
        <p:spPr>
          <a:xfrm>
            <a:off x="6488125" y="2584850"/>
            <a:ext cx="1259400" cy="1274100"/>
          </a:xfrm>
          <a:prstGeom prst="rect">
            <a:avLst/>
          </a:prstGeom>
          <a:noFill/>
          <a:ln>
            <a:noFill/>
          </a:ln>
        </p:spPr>
      </p:sp>
      <p:sp>
        <p:nvSpPr>
          <p:cNvPr id="197" name="Google Shape;197;p24"/>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8" name="Google Shape;198;p24"/>
          <p:cNvSpPr txBox="1"/>
          <p:nvPr>
            <p:ph idx="16"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9" name="Google Shape;199;p24"/>
          <p:cNvSpPr txBox="1"/>
          <p:nvPr>
            <p:ph type="title"/>
          </p:nvPr>
        </p:nvSpPr>
        <p:spPr>
          <a:xfrm>
            <a:off x="133575" y="228600"/>
            <a:ext cx="6338400" cy="1056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3600"/>
              <a:buFont typeface="Poppins"/>
              <a:buNone/>
              <a:defRPr sz="36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200" name="Google Shape;200;p24"/>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201" name="Google Shape;201;p24"/>
          <p:cNvCxnSpPr/>
          <p:nvPr/>
        </p:nvCxnSpPr>
        <p:spPr>
          <a:xfrm>
            <a:off x="9023250" y="0"/>
            <a:ext cx="0" cy="5144700"/>
          </a:xfrm>
          <a:prstGeom prst="straightConnector1">
            <a:avLst/>
          </a:prstGeom>
          <a:noFill/>
          <a:ln cap="flat" cmpd="sng" w="9525">
            <a:solidFill>
              <a:schemeClr val="accent3"/>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CUSTOM_1">
    <p:spTree>
      <p:nvGrpSpPr>
        <p:cNvPr id="202" name="Shape 202"/>
        <p:cNvGrpSpPr/>
        <p:nvPr/>
      </p:nvGrpSpPr>
      <p:grpSpPr>
        <a:xfrm>
          <a:off x="0" y="0"/>
          <a:ext cx="0" cy="0"/>
          <a:chOff x="0" y="0"/>
          <a:chExt cx="0" cy="0"/>
        </a:xfrm>
      </p:grpSpPr>
      <p:sp>
        <p:nvSpPr>
          <p:cNvPr id="203" name="Google Shape;203;p25"/>
          <p:cNvSpPr txBox="1"/>
          <p:nvPr>
            <p:ph idx="1" type="body"/>
          </p:nvPr>
        </p:nvSpPr>
        <p:spPr>
          <a:xfrm>
            <a:off x="2673138" y="3158400"/>
            <a:ext cx="1265100" cy="1736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204" name="Google Shape;204;p25"/>
          <p:cNvSpPr txBox="1"/>
          <p:nvPr>
            <p:ph idx="2" type="body"/>
          </p:nvPr>
        </p:nvSpPr>
        <p:spPr>
          <a:xfrm>
            <a:off x="7749888" y="3160525"/>
            <a:ext cx="1265100" cy="1736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205" name="Google Shape;205;p25"/>
          <p:cNvSpPr txBox="1"/>
          <p:nvPr>
            <p:ph idx="3" type="subTitle"/>
          </p:nvPr>
        </p:nvSpPr>
        <p:spPr>
          <a:xfrm>
            <a:off x="7754025" y="2583925"/>
            <a:ext cx="1265100" cy="320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000"/>
              <a:buNone/>
              <a:defRPr b="1" sz="10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206" name="Google Shape;206;p25"/>
          <p:cNvSpPr txBox="1"/>
          <p:nvPr>
            <p:ph idx="4" type="body"/>
          </p:nvPr>
        </p:nvSpPr>
        <p:spPr>
          <a:xfrm>
            <a:off x="5213563" y="3164875"/>
            <a:ext cx="1265100" cy="1736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207" name="Google Shape;207;p25"/>
          <p:cNvSpPr txBox="1"/>
          <p:nvPr>
            <p:ph idx="5" type="body"/>
          </p:nvPr>
        </p:nvSpPr>
        <p:spPr>
          <a:xfrm>
            <a:off x="137275" y="3175800"/>
            <a:ext cx="1265100" cy="1736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208" name="Google Shape;208;p25"/>
          <p:cNvSpPr txBox="1"/>
          <p:nvPr>
            <p:ph idx="6" type="subTitle"/>
          </p:nvPr>
        </p:nvSpPr>
        <p:spPr>
          <a:xfrm>
            <a:off x="137275" y="2599200"/>
            <a:ext cx="1265100" cy="320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000"/>
              <a:buNone/>
              <a:defRPr b="1" sz="10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209" name="Google Shape;209;p25"/>
          <p:cNvSpPr txBox="1"/>
          <p:nvPr>
            <p:ph idx="7" type="subTitle"/>
          </p:nvPr>
        </p:nvSpPr>
        <p:spPr>
          <a:xfrm>
            <a:off x="5213563" y="2588275"/>
            <a:ext cx="1265100" cy="320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000"/>
              <a:buNone/>
              <a:defRPr b="1" sz="10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210" name="Google Shape;210;p25"/>
          <p:cNvSpPr txBox="1"/>
          <p:nvPr>
            <p:ph idx="8" type="subTitle"/>
          </p:nvPr>
        </p:nvSpPr>
        <p:spPr>
          <a:xfrm>
            <a:off x="2673138" y="2581800"/>
            <a:ext cx="1265100" cy="320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000"/>
              <a:buNone/>
              <a:defRPr b="1" sz="10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211" name="Google Shape;211;p25"/>
          <p:cNvSpPr/>
          <p:nvPr>
            <p:ph idx="9" type="pic"/>
          </p:nvPr>
        </p:nvSpPr>
        <p:spPr>
          <a:xfrm>
            <a:off x="5216500" y="1297675"/>
            <a:ext cx="1259100" cy="1276500"/>
          </a:xfrm>
          <a:prstGeom prst="rect">
            <a:avLst/>
          </a:prstGeom>
          <a:noFill/>
          <a:ln>
            <a:noFill/>
          </a:ln>
        </p:spPr>
      </p:sp>
      <p:sp>
        <p:nvSpPr>
          <p:cNvPr id="212" name="Google Shape;212;p25"/>
          <p:cNvSpPr/>
          <p:nvPr>
            <p:ph idx="13" type="pic"/>
          </p:nvPr>
        </p:nvSpPr>
        <p:spPr>
          <a:xfrm>
            <a:off x="7756350" y="1296175"/>
            <a:ext cx="1259100" cy="1280100"/>
          </a:xfrm>
          <a:prstGeom prst="rect">
            <a:avLst/>
          </a:prstGeom>
          <a:noFill/>
          <a:ln>
            <a:noFill/>
          </a:ln>
        </p:spPr>
      </p:sp>
      <p:sp>
        <p:nvSpPr>
          <p:cNvPr id="213" name="Google Shape;213;p25"/>
          <p:cNvSpPr/>
          <p:nvPr>
            <p:ph idx="14" type="pic"/>
          </p:nvPr>
        </p:nvSpPr>
        <p:spPr>
          <a:xfrm>
            <a:off x="133525" y="1294525"/>
            <a:ext cx="1261800" cy="1280400"/>
          </a:xfrm>
          <a:prstGeom prst="rect">
            <a:avLst/>
          </a:prstGeom>
          <a:noFill/>
          <a:ln>
            <a:noFill/>
          </a:ln>
        </p:spPr>
      </p:sp>
      <p:sp>
        <p:nvSpPr>
          <p:cNvPr id="214" name="Google Shape;214;p25"/>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5" name="Google Shape;215;p25"/>
          <p:cNvSpPr/>
          <p:nvPr>
            <p:ph idx="15" type="pic"/>
          </p:nvPr>
        </p:nvSpPr>
        <p:spPr>
          <a:xfrm>
            <a:off x="2673500" y="1295450"/>
            <a:ext cx="1263300" cy="1277100"/>
          </a:xfrm>
          <a:prstGeom prst="rect">
            <a:avLst/>
          </a:prstGeom>
          <a:noFill/>
          <a:ln>
            <a:noFill/>
          </a:ln>
        </p:spPr>
      </p:sp>
      <p:sp>
        <p:nvSpPr>
          <p:cNvPr id="216" name="Google Shape;216;p25"/>
          <p:cNvSpPr txBox="1"/>
          <p:nvPr>
            <p:ph type="title"/>
          </p:nvPr>
        </p:nvSpPr>
        <p:spPr>
          <a:xfrm>
            <a:off x="131875" y="228600"/>
            <a:ext cx="5076000" cy="10629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3600"/>
              <a:buFont typeface="Poppins"/>
              <a:buNone/>
              <a:defRPr sz="36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cxnSp>
        <p:nvCxnSpPr>
          <p:cNvPr id="217" name="Google Shape;217;p25"/>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218" name="Google Shape;218;p25"/>
          <p:cNvCxnSpPr/>
          <p:nvPr/>
        </p:nvCxnSpPr>
        <p:spPr>
          <a:xfrm>
            <a:off x="9018413" y="-600"/>
            <a:ext cx="0" cy="5144700"/>
          </a:xfrm>
          <a:prstGeom prst="straightConnector1">
            <a:avLst/>
          </a:prstGeom>
          <a:noFill/>
          <a:ln cap="flat" cmpd="sng" w="9525">
            <a:solidFill>
              <a:schemeClr val="accent3"/>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2">
    <p:spTree>
      <p:nvGrpSpPr>
        <p:cNvPr id="219" name="Shape 219"/>
        <p:cNvGrpSpPr/>
        <p:nvPr/>
      </p:nvGrpSpPr>
      <p:grpSpPr>
        <a:xfrm>
          <a:off x="0" y="0"/>
          <a:ext cx="0" cy="0"/>
          <a:chOff x="0" y="0"/>
          <a:chExt cx="0" cy="0"/>
        </a:xfrm>
      </p:grpSpPr>
      <p:sp>
        <p:nvSpPr>
          <p:cNvPr id="220" name="Google Shape;220;p26"/>
          <p:cNvSpPr txBox="1"/>
          <p:nvPr>
            <p:ph type="title"/>
          </p:nvPr>
        </p:nvSpPr>
        <p:spPr>
          <a:xfrm>
            <a:off x="365098" y="2042875"/>
            <a:ext cx="950400" cy="393600"/>
          </a:xfrm>
          <a:prstGeom prst="rect">
            <a:avLst/>
          </a:prstGeom>
          <a:noFill/>
          <a:ln>
            <a:noFill/>
          </a:ln>
        </p:spPr>
        <p:txBody>
          <a:bodyPr anchorCtr="0" anchor="ctr" bIns="91425" lIns="91425" spcFirstLastPara="1" rIns="0" wrap="square" tIns="91425">
            <a:spAutoFit/>
          </a:bodyPr>
          <a:lstStyle>
            <a:lvl1pPr lvl="0" algn="r">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21" name="Google Shape;221;p26"/>
          <p:cNvSpPr txBox="1"/>
          <p:nvPr>
            <p:ph idx="2" type="title"/>
          </p:nvPr>
        </p:nvSpPr>
        <p:spPr>
          <a:xfrm>
            <a:off x="365098" y="2671525"/>
            <a:ext cx="950400" cy="393600"/>
          </a:xfrm>
          <a:prstGeom prst="rect">
            <a:avLst/>
          </a:prstGeom>
          <a:noFill/>
          <a:ln>
            <a:noFill/>
          </a:ln>
        </p:spPr>
        <p:txBody>
          <a:bodyPr anchorCtr="0" anchor="ctr" bIns="91425" lIns="91425" spcFirstLastPara="1" rIns="0" wrap="square" tIns="91425">
            <a:spAutoFit/>
          </a:bodyPr>
          <a:lstStyle>
            <a:lvl1pPr lvl="0" algn="r">
              <a:lnSpc>
                <a:spcPct val="90000"/>
              </a:lnSpc>
              <a:spcBef>
                <a:spcPts val="0"/>
              </a:spcBef>
              <a:spcAft>
                <a:spcPts val="0"/>
              </a:spcAft>
              <a:buClr>
                <a:schemeClr val="lt1"/>
              </a:buClr>
              <a:buSzPts val="2400"/>
              <a:buFont typeface="Poppins"/>
              <a:buNone/>
              <a:defRPr/>
            </a:lvl1pPr>
            <a:lvl2pPr lvl="1"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22" name="Google Shape;222;p26"/>
          <p:cNvSpPr txBox="1"/>
          <p:nvPr>
            <p:ph idx="3" type="title"/>
          </p:nvPr>
        </p:nvSpPr>
        <p:spPr>
          <a:xfrm>
            <a:off x="365098" y="3313600"/>
            <a:ext cx="950400" cy="393600"/>
          </a:xfrm>
          <a:prstGeom prst="rect">
            <a:avLst/>
          </a:prstGeom>
          <a:noFill/>
          <a:ln>
            <a:noFill/>
          </a:ln>
        </p:spPr>
        <p:txBody>
          <a:bodyPr anchorCtr="0" anchor="ctr" bIns="91425" lIns="91425" spcFirstLastPara="1" rIns="0" wrap="square" tIns="91425">
            <a:spAutoFit/>
          </a:bodyPr>
          <a:lstStyle>
            <a:lvl1pPr lvl="0" algn="r">
              <a:lnSpc>
                <a:spcPct val="90000"/>
              </a:lnSpc>
              <a:spcBef>
                <a:spcPts val="0"/>
              </a:spcBef>
              <a:spcAft>
                <a:spcPts val="0"/>
              </a:spcAft>
              <a:buClr>
                <a:schemeClr val="lt1"/>
              </a:buClr>
              <a:buSzPts val="2400"/>
              <a:buFont typeface="Poppins"/>
              <a:buNone/>
              <a:defRPr/>
            </a:lvl1pPr>
            <a:lvl2pPr lvl="1"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23" name="Google Shape;223;p26"/>
          <p:cNvSpPr txBox="1"/>
          <p:nvPr>
            <p:ph idx="4" type="title"/>
          </p:nvPr>
        </p:nvSpPr>
        <p:spPr>
          <a:xfrm>
            <a:off x="365098" y="4557475"/>
            <a:ext cx="950400" cy="393600"/>
          </a:xfrm>
          <a:prstGeom prst="rect">
            <a:avLst/>
          </a:prstGeom>
          <a:noFill/>
          <a:ln>
            <a:noFill/>
          </a:ln>
        </p:spPr>
        <p:txBody>
          <a:bodyPr anchorCtr="0" anchor="ctr" bIns="91425" lIns="91425" spcFirstLastPara="1" rIns="0" wrap="square" tIns="91425">
            <a:spAutoFit/>
          </a:bodyPr>
          <a:lstStyle>
            <a:lvl1pPr lvl="0" algn="r">
              <a:lnSpc>
                <a:spcPct val="90000"/>
              </a:lnSpc>
              <a:spcBef>
                <a:spcPts val="0"/>
              </a:spcBef>
              <a:spcAft>
                <a:spcPts val="0"/>
              </a:spcAft>
              <a:buClr>
                <a:schemeClr val="lt1"/>
              </a:buClr>
              <a:buSzPts val="2400"/>
              <a:buFont typeface="Poppins"/>
              <a:buNone/>
              <a:defRPr/>
            </a:lvl1pPr>
            <a:lvl2pPr lvl="1"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24" name="Google Shape;224;p26"/>
          <p:cNvSpPr txBox="1"/>
          <p:nvPr>
            <p:ph idx="5" type="title"/>
          </p:nvPr>
        </p:nvSpPr>
        <p:spPr>
          <a:xfrm>
            <a:off x="1483100" y="2692075"/>
            <a:ext cx="4272900" cy="352500"/>
          </a:xfrm>
          <a:prstGeom prst="rect">
            <a:avLst/>
          </a:prstGeom>
          <a:noFill/>
          <a:ln>
            <a:noFill/>
          </a:ln>
        </p:spPr>
        <p:txBody>
          <a:bodyPr anchorCtr="0" anchor="ctr" bIns="91425" lIns="0"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25" name="Google Shape;225;p26"/>
          <p:cNvSpPr txBox="1"/>
          <p:nvPr>
            <p:ph idx="6" type="title"/>
          </p:nvPr>
        </p:nvSpPr>
        <p:spPr>
          <a:xfrm>
            <a:off x="365098" y="3928825"/>
            <a:ext cx="950400" cy="393600"/>
          </a:xfrm>
          <a:prstGeom prst="rect">
            <a:avLst/>
          </a:prstGeom>
          <a:noFill/>
          <a:ln>
            <a:noFill/>
          </a:ln>
        </p:spPr>
        <p:txBody>
          <a:bodyPr anchorCtr="0" anchor="ctr" bIns="91425" lIns="91425" spcFirstLastPara="1" rIns="0" wrap="square" tIns="91425">
            <a:spAutoFit/>
          </a:bodyPr>
          <a:lstStyle>
            <a:lvl1pPr lvl="0" algn="r">
              <a:lnSpc>
                <a:spcPct val="90000"/>
              </a:lnSpc>
              <a:spcBef>
                <a:spcPts val="0"/>
              </a:spcBef>
              <a:spcAft>
                <a:spcPts val="0"/>
              </a:spcAft>
              <a:buClr>
                <a:schemeClr val="lt1"/>
              </a:buClr>
              <a:buSzPts val="2400"/>
              <a:buFont typeface="Poppins"/>
              <a:buNone/>
              <a:defRPr/>
            </a:lvl1pPr>
            <a:lvl2pPr lvl="1"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26" name="Google Shape;226;p26"/>
          <p:cNvSpPr txBox="1"/>
          <p:nvPr>
            <p:ph idx="7" type="title"/>
          </p:nvPr>
        </p:nvSpPr>
        <p:spPr>
          <a:xfrm>
            <a:off x="365098" y="1408538"/>
            <a:ext cx="950400" cy="393600"/>
          </a:xfrm>
          <a:prstGeom prst="rect">
            <a:avLst/>
          </a:prstGeom>
          <a:noFill/>
          <a:ln>
            <a:noFill/>
          </a:ln>
        </p:spPr>
        <p:txBody>
          <a:bodyPr anchorCtr="0" anchor="ctr" bIns="91425" lIns="91425" spcFirstLastPara="1" rIns="0" wrap="square" tIns="91425">
            <a:spAutoFit/>
          </a:bodyPr>
          <a:lstStyle>
            <a:lvl1pPr lvl="0" algn="r">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27" name="Google Shape;227;p26"/>
          <p:cNvSpPr txBox="1"/>
          <p:nvPr>
            <p:ph idx="8" type="title"/>
          </p:nvPr>
        </p:nvSpPr>
        <p:spPr>
          <a:xfrm>
            <a:off x="133375" y="236850"/>
            <a:ext cx="5078700" cy="567600"/>
          </a:xfrm>
          <a:prstGeom prst="rect">
            <a:avLst/>
          </a:prstGeom>
          <a:noFill/>
          <a:ln>
            <a:noFill/>
          </a:ln>
        </p:spPr>
        <p:txBody>
          <a:bodyPr anchorCtr="0" anchor="t" bIns="0" lIns="91425" spcFirstLastPara="1" rIns="91425" wrap="square" tIns="0">
            <a:spAutoFit/>
          </a:bodyPr>
          <a:lstStyle>
            <a:lvl1pPr lvl="0" algn="l">
              <a:lnSpc>
                <a:spcPct val="90000"/>
              </a:lnSpc>
              <a:spcBef>
                <a:spcPts val="0"/>
              </a:spcBef>
              <a:spcAft>
                <a:spcPts val="0"/>
              </a:spcAft>
              <a:buClr>
                <a:schemeClr val="lt1"/>
              </a:buClr>
              <a:buSzPts val="3600"/>
              <a:buFont typeface="Poppins"/>
              <a:buNone/>
              <a:defRPr sz="36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228" name="Google Shape;228;p26"/>
          <p:cNvSpPr txBox="1"/>
          <p:nvPr>
            <p:ph idx="9" type="title"/>
          </p:nvPr>
        </p:nvSpPr>
        <p:spPr>
          <a:xfrm>
            <a:off x="1483100" y="1429088"/>
            <a:ext cx="4272900" cy="352500"/>
          </a:xfrm>
          <a:prstGeom prst="rect">
            <a:avLst/>
          </a:prstGeom>
          <a:noFill/>
          <a:ln>
            <a:noFill/>
          </a:ln>
        </p:spPr>
        <p:txBody>
          <a:bodyPr anchorCtr="0" anchor="ctr" bIns="91425" lIns="0"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29" name="Google Shape;229;p26"/>
          <p:cNvSpPr txBox="1"/>
          <p:nvPr>
            <p:ph idx="13" type="title"/>
          </p:nvPr>
        </p:nvSpPr>
        <p:spPr>
          <a:xfrm>
            <a:off x="1483100" y="2063425"/>
            <a:ext cx="4272900" cy="352500"/>
          </a:xfrm>
          <a:prstGeom prst="rect">
            <a:avLst/>
          </a:prstGeom>
          <a:noFill/>
          <a:ln>
            <a:noFill/>
          </a:ln>
        </p:spPr>
        <p:txBody>
          <a:bodyPr anchorCtr="0" anchor="ctr" bIns="91425" lIns="0"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30" name="Google Shape;230;p26"/>
          <p:cNvSpPr txBox="1"/>
          <p:nvPr>
            <p:ph idx="14" type="title"/>
          </p:nvPr>
        </p:nvSpPr>
        <p:spPr>
          <a:xfrm>
            <a:off x="1483100" y="3320725"/>
            <a:ext cx="4272900" cy="352500"/>
          </a:xfrm>
          <a:prstGeom prst="rect">
            <a:avLst/>
          </a:prstGeom>
          <a:noFill/>
          <a:ln>
            <a:noFill/>
          </a:ln>
        </p:spPr>
        <p:txBody>
          <a:bodyPr anchorCtr="0" anchor="ctr" bIns="91425" lIns="0"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31" name="Google Shape;231;p26"/>
          <p:cNvSpPr txBox="1"/>
          <p:nvPr>
            <p:ph idx="15" type="title"/>
          </p:nvPr>
        </p:nvSpPr>
        <p:spPr>
          <a:xfrm>
            <a:off x="1483100" y="3949375"/>
            <a:ext cx="4272900" cy="352500"/>
          </a:xfrm>
          <a:prstGeom prst="rect">
            <a:avLst/>
          </a:prstGeom>
          <a:noFill/>
          <a:ln>
            <a:noFill/>
          </a:ln>
        </p:spPr>
        <p:txBody>
          <a:bodyPr anchorCtr="0" anchor="ctr" bIns="91425" lIns="0"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32" name="Google Shape;232;p26"/>
          <p:cNvSpPr txBox="1"/>
          <p:nvPr>
            <p:ph idx="16" type="title"/>
          </p:nvPr>
        </p:nvSpPr>
        <p:spPr>
          <a:xfrm>
            <a:off x="1483100" y="4578025"/>
            <a:ext cx="4272900" cy="352500"/>
          </a:xfrm>
          <a:prstGeom prst="rect">
            <a:avLst/>
          </a:prstGeom>
          <a:noFill/>
          <a:ln>
            <a:noFill/>
          </a:ln>
        </p:spPr>
        <p:txBody>
          <a:bodyPr anchorCtr="0" anchor="ctr" bIns="91425" lIns="0"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33" name="Google Shape;233;p26"/>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cxnSp>
        <p:nvCxnSpPr>
          <p:cNvPr id="234" name="Google Shape;234;p26"/>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235" name="Google Shape;235;p26"/>
          <p:cNvCxnSpPr/>
          <p:nvPr/>
        </p:nvCxnSpPr>
        <p:spPr>
          <a:xfrm>
            <a:off x="9023250" y="-600"/>
            <a:ext cx="0" cy="5144700"/>
          </a:xfrm>
          <a:prstGeom prst="straightConnector1">
            <a:avLst/>
          </a:prstGeom>
          <a:noFill/>
          <a:ln cap="flat" cmpd="sng" w="9525">
            <a:solidFill>
              <a:schemeClr val="accent3"/>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3">
    <p:spTree>
      <p:nvGrpSpPr>
        <p:cNvPr id="236" name="Shape 236"/>
        <p:cNvGrpSpPr/>
        <p:nvPr/>
      </p:nvGrpSpPr>
      <p:grpSpPr>
        <a:xfrm>
          <a:off x="0" y="0"/>
          <a:ext cx="0" cy="0"/>
          <a:chOff x="0" y="0"/>
          <a:chExt cx="0" cy="0"/>
        </a:xfrm>
      </p:grpSpPr>
      <p:pic>
        <p:nvPicPr>
          <p:cNvPr id="237" name="Google Shape;237;p27"/>
          <p:cNvPicPr preferRelativeResize="0"/>
          <p:nvPr/>
        </p:nvPicPr>
        <p:blipFill rotWithShape="1">
          <a:blip r:embed="rId2">
            <a:alphaModFix/>
          </a:blip>
          <a:srcRect b="0" l="0" r="0" t="0"/>
          <a:stretch/>
        </p:blipFill>
        <p:spPr>
          <a:xfrm rot="10800000">
            <a:off x="7755300" y="-2199"/>
            <a:ext cx="1265400" cy="1288299"/>
          </a:xfrm>
          <a:prstGeom prst="rect">
            <a:avLst/>
          </a:prstGeom>
          <a:noFill/>
          <a:ln>
            <a:noFill/>
          </a:ln>
        </p:spPr>
      </p:pic>
      <p:sp>
        <p:nvSpPr>
          <p:cNvPr id="238" name="Google Shape;238;p27"/>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27"/>
          <p:cNvSpPr txBox="1"/>
          <p:nvPr>
            <p:ph type="title"/>
          </p:nvPr>
        </p:nvSpPr>
        <p:spPr>
          <a:xfrm>
            <a:off x="419575" y="449550"/>
            <a:ext cx="689100" cy="393600"/>
          </a:xfrm>
          <a:prstGeom prst="rect">
            <a:avLst/>
          </a:prstGeom>
          <a:noFill/>
          <a:ln>
            <a:noFill/>
          </a:ln>
        </p:spPr>
        <p:txBody>
          <a:bodyPr anchorCtr="0" anchor="ctr" bIns="91425" lIns="91425" spcFirstLastPara="1" rIns="91425" wrap="square" tIns="91425">
            <a:spAutoFit/>
          </a:bodyPr>
          <a:lstStyle>
            <a:lvl1pPr lvl="0" algn="ctr">
              <a:lnSpc>
                <a:spcPct val="90000"/>
              </a:lnSpc>
              <a:spcBef>
                <a:spcPts val="0"/>
              </a:spcBef>
              <a:spcAft>
                <a:spcPts val="0"/>
              </a:spcAft>
              <a:buClr>
                <a:schemeClr val="dk1"/>
              </a:buClr>
              <a:buSzPts val="1400"/>
              <a:buFont typeface="Instrument Sans"/>
              <a:buNone/>
              <a:defRPr>
                <a:solidFill>
                  <a:schemeClr val="dk1"/>
                </a:solidFill>
                <a:latin typeface="Instrument Sans"/>
                <a:ea typeface="Instrument Sans"/>
                <a:cs typeface="Instrument Sans"/>
                <a:sym typeface="Instrument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40" name="Google Shape;240;p27"/>
          <p:cNvSpPr txBox="1"/>
          <p:nvPr>
            <p:ph idx="2" type="title"/>
          </p:nvPr>
        </p:nvSpPr>
        <p:spPr>
          <a:xfrm>
            <a:off x="1399375" y="2588200"/>
            <a:ext cx="5082000" cy="2324100"/>
          </a:xfrm>
          <a:prstGeom prst="rect">
            <a:avLst/>
          </a:prstGeom>
          <a:noFill/>
          <a:ln>
            <a:noFill/>
          </a:ln>
        </p:spPr>
        <p:txBody>
          <a:bodyPr anchorCtr="0" anchor="b" bIns="91425" lIns="91425" spcFirstLastPara="1" rIns="91425" wrap="square" tIns="91425">
            <a:spAutoFit/>
          </a:bodyPr>
          <a:lstStyle>
            <a:lvl1pPr lvl="0" algn="l">
              <a:lnSpc>
                <a:spcPct val="90000"/>
              </a:lnSpc>
              <a:spcBef>
                <a:spcPts val="0"/>
              </a:spcBef>
              <a:spcAft>
                <a:spcPts val="0"/>
              </a:spcAft>
              <a:buClr>
                <a:schemeClr val="lt1"/>
              </a:buClr>
              <a:buSzPts val="3600"/>
              <a:buFont typeface="Poppins"/>
              <a:buNone/>
              <a:defRPr sz="36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41" name="Google Shape;241;p27"/>
          <p:cNvSpPr txBox="1"/>
          <p:nvPr>
            <p:ph idx="1" type="subTitle"/>
          </p:nvPr>
        </p:nvSpPr>
        <p:spPr>
          <a:xfrm>
            <a:off x="6561925" y="3856500"/>
            <a:ext cx="1835100" cy="440100"/>
          </a:xfrm>
          <a:prstGeom prst="rect">
            <a:avLst/>
          </a:prstGeom>
          <a:noFill/>
          <a:ln>
            <a:noFill/>
          </a:ln>
        </p:spPr>
        <p:txBody>
          <a:bodyPr anchorCtr="0" anchor="t" bIns="91425" lIns="0" spcFirstLastPara="1" rIns="91425" wrap="square" tIns="91425">
            <a:noAutofit/>
          </a:bodyPr>
          <a:lstStyle>
            <a:lvl1pPr lvl="0"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9pPr>
          </a:lstStyle>
          <a:p/>
        </p:txBody>
      </p:sp>
      <p:sp>
        <p:nvSpPr>
          <p:cNvPr id="242" name="Google Shape;242;p27"/>
          <p:cNvSpPr txBox="1"/>
          <p:nvPr>
            <p:ph idx="3" type="title"/>
          </p:nvPr>
        </p:nvSpPr>
        <p:spPr>
          <a:xfrm>
            <a:off x="1453924" y="228600"/>
            <a:ext cx="6236100" cy="567600"/>
          </a:xfrm>
          <a:prstGeom prst="rect">
            <a:avLst/>
          </a:prstGeom>
          <a:noFill/>
          <a:ln>
            <a:noFill/>
          </a:ln>
        </p:spPr>
        <p:txBody>
          <a:bodyPr anchorCtr="0" anchor="t" bIns="0" lIns="91425" spcFirstLastPara="1" rIns="91425" wrap="square" tIns="0">
            <a:spAutoFit/>
          </a:bodyPr>
          <a:lstStyle>
            <a:lvl1pPr lvl="0" algn="l">
              <a:lnSpc>
                <a:spcPct val="85000"/>
              </a:lnSpc>
              <a:spcBef>
                <a:spcPts val="0"/>
              </a:spcBef>
              <a:spcAft>
                <a:spcPts val="0"/>
              </a:spcAft>
              <a:buSzPts val="3600"/>
              <a:buNone/>
              <a:defRPr sz="36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243" name="Google Shape;243;p27"/>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cxnSp>
        <p:nvCxnSpPr>
          <p:cNvPr id="244" name="Google Shape;244;p27"/>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sp>
        <p:nvSpPr>
          <p:cNvPr id="245" name="Google Shape;245;p27"/>
          <p:cNvSpPr/>
          <p:nvPr>
            <p:ph idx="4" type="pic"/>
          </p:nvPr>
        </p:nvSpPr>
        <p:spPr>
          <a:xfrm>
            <a:off x="7756200" y="2584025"/>
            <a:ext cx="1263600" cy="12726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CUSTOM_9">
    <p:spTree>
      <p:nvGrpSpPr>
        <p:cNvPr id="246" name="Shape 246"/>
        <p:cNvGrpSpPr/>
        <p:nvPr/>
      </p:nvGrpSpPr>
      <p:grpSpPr>
        <a:xfrm>
          <a:off x="0" y="0"/>
          <a:ext cx="0" cy="0"/>
          <a:chOff x="0" y="0"/>
          <a:chExt cx="0" cy="0"/>
        </a:xfrm>
      </p:grpSpPr>
      <p:sp>
        <p:nvSpPr>
          <p:cNvPr id="247" name="Google Shape;247;p28"/>
          <p:cNvSpPr txBox="1"/>
          <p:nvPr/>
        </p:nvSpPr>
        <p:spPr>
          <a:xfrm>
            <a:off x="7752138" y="1291375"/>
            <a:ext cx="1270500" cy="129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248" name="Google Shape;248;p28"/>
          <p:cNvSpPr/>
          <p:nvPr>
            <p:ph idx="2" type="pic"/>
          </p:nvPr>
        </p:nvSpPr>
        <p:spPr>
          <a:xfrm>
            <a:off x="7977750" y="1495975"/>
            <a:ext cx="819300" cy="881100"/>
          </a:xfrm>
          <a:prstGeom prst="rect">
            <a:avLst/>
          </a:prstGeom>
          <a:noFill/>
          <a:ln>
            <a:noFill/>
          </a:ln>
        </p:spPr>
      </p:sp>
      <p:sp>
        <p:nvSpPr>
          <p:cNvPr id="249" name="Google Shape;249;p28"/>
          <p:cNvSpPr/>
          <p:nvPr>
            <p:ph idx="3" type="pic"/>
          </p:nvPr>
        </p:nvSpPr>
        <p:spPr>
          <a:xfrm>
            <a:off x="5219025" y="1297000"/>
            <a:ext cx="2528100" cy="3847500"/>
          </a:xfrm>
          <a:prstGeom prst="rect">
            <a:avLst/>
          </a:prstGeom>
          <a:noFill/>
          <a:ln>
            <a:noFill/>
          </a:ln>
        </p:spPr>
      </p:sp>
      <p:sp>
        <p:nvSpPr>
          <p:cNvPr id="250" name="Google Shape;250;p28"/>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51" name="Google Shape;251;p28"/>
          <p:cNvSpPr txBox="1"/>
          <p:nvPr>
            <p:ph type="title"/>
          </p:nvPr>
        </p:nvSpPr>
        <p:spPr>
          <a:xfrm>
            <a:off x="1453924" y="228600"/>
            <a:ext cx="6149400" cy="567600"/>
          </a:xfrm>
          <a:prstGeom prst="rect">
            <a:avLst/>
          </a:prstGeom>
          <a:noFill/>
          <a:ln>
            <a:noFill/>
          </a:ln>
        </p:spPr>
        <p:txBody>
          <a:bodyPr anchorCtr="0" anchor="t" bIns="0" lIns="91425" spcFirstLastPara="1" rIns="91425" wrap="square" tIns="0">
            <a:spAutoFit/>
          </a:bodyPr>
          <a:lstStyle>
            <a:lvl1pPr lvl="0" algn="l">
              <a:lnSpc>
                <a:spcPct val="85000"/>
              </a:lnSpc>
              <a:spcBef>
                <a:spcPts val="0"/>
              </a:spcBef>
              <a:spcAft>
                <a:spcPts val="0"/>
              </a:spcAft>
              <a:buSzPts val="3600"/>
              <a:buNone/>
              <a:defRPr sz="36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252" name="Google Shape;252;p28"/>
          <p:cNvSpPr txBox="1"/>
          <p:nvPr>
            <p:ph idx="4" type="title"/>
          </p:nvPr>
        </p:nvSpPr>
        <p:spPr>
          <a:xfrm>
            <a:off x="419575" y="449550"/>
            <a:ext cx="689100" cy="393600"/>
          </a:xfrm>
          <a:prstGeom prst="rect">
            <a:avLst/>
          </a:prstGeom>
          <a:noFill/>
          <a:ln>
            <a:noFill/>
          </a:ln>
        </p:spPr>
        <p:txBody>
          <a:bodyPr anchorCtr="0" anchor="ctr" bIns="91425" lIns="91425" spcFirstLastPara="1" rIns="91425" wrap="square" tIns="91425">
            <a:spAutoFit/>
          </a:bodyPr>
          <a:lstStyle>
            <a:lvl1pPr lvl="0" algn="ctr">
              <a:lnSpc>
                <a:spcPct val="90000"/>
              </a:lnSpc>
              <a:spcBef>
                <a:spcPts val="0"/>
              </a:spcBef>
              <a:spcAft>
                <a:spcPts val="0"/>
              </a:spcAft>
              <a:buClr>
                <a:schemeClr val="lt1"/>
              </a:buClr>
              <a:buSzPts val="1400"/>
              <a:buFont typeface="Instrument Sans"/>
              <a:buNone/>
              <a:defRPr>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cxnSp>
        <p:nvCxnSpPr>
          <p:cNvPr id="253" name="Google Shape;253;p28"/>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cxnSp>
        <p:nvCxnSpPr>
          <p:cNvPr id="254" name="Google Shape;254;p28"/>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sp>
        <p:nvSpPr>
          <p:cNvPr id="255" name="Google Shape;255;p28"/>
          <p:cNvSpPr txBox="1"/>
          <p:nvPr>
            <p:ph idx="1" type="subTitle"/>
          </p:nvPr>
        </p:nvSpPr>
        <p:spPr>
          <a:xfrm>
            <a:off x="1399375" y="3303325"/>
            <a:ext cx="3813000" cy="440100"/>
          </a:xfrm>
          <a:prstGeom prst="rect">
            <a:avLst/>
          </a:prstGeom>
          <a:noFill/>
          <a:ln>
            <a:noFill/>
          </a:ln>
        </p:spPr>
        <p:txBody>
          <a:bodyPr anchorCtr="0" anchor="t" bIns="91425" lIns="182875" spcFirstLastPara="1" rIns="91425" wrap="square" tIns="91425">
            <a:noAutofit/>
          </a:bodyPr>
          <a:lstStyle>
            <a:lvl1pPr lvl="0"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9pPr>
          </a:lstStyle>
          <a:p/>
        </p:txBody>
      </p:sp>
      <p:sp>
        <p:nvSpPr>
          <p:cNvPr id="256" name="Google Shape;256;p28"/>
          <p:cNvSpPr txBox="1"/>
          <p:nvPr>
            <p:ph idx="5" type="subTitle"/>
          </p:nvPr>
        </p:nvSpPr>
        <p:spPr>
          <a:xfrm>
            <a:off x="1399375" y="2581675"/>
            <a:ext cx="3813000" cy="440100"/>
          </a:xfrm>
          <a:prstGeom prst="rect">
            <a:avLst/>
          </a:prstGeom>
          <a:noFill/>
          <a:ln>
            <a:noFill/>
          </a:ln>
        </p:spPr>
        <p:txBody>
          <a:bodyPr anchorCtr="0" anchor="t" bIns="91425" lIns="182875" spcFirstLastPara="1" rIns="91425" wrap="square" tIns="182875">
            <a:noAutofit/>
          </a:bodyPr>
          <a:lstStyle>
            <a:lvl1pPr lvl="0" algn="l">
              <a:lnSpc>
                <a:spcPct val="115000"/>
              </a:lnSpc>
              <a:spcBef>
                <a:spcPts val="0"/>
              </a:spcBef>
              <a:spcAft>
                <a:spcPts val="0"/>
              </a:spcAft>
              <a:buSzPts val="1000"/>
              <a:buNone/>
              <a:defRPr>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item comparison and image">
  <p:cSld name="CUSTOM_4">
    <p:spTree>
      <p:nvGrpSpPr>
        <p:cNvPr id="257" name="Shape 257"/>
        <p:cNvGrpSpPr/>
        <p:nvPr/>
      </p:nvGrpSpPr>
      <p:grpSpPr>
        <a:xfrm>
          <a:off x="0" y="0"/>
          <a:ext cx="0" cy="0"/>
          <a:chOff x="0" y="0"/>
          <a:chExt cx="0" cy="0"/>
        </a:xfrm>
      </p:grpSpPr>
      <p:sp>
        <p:nvSpPr>
          <p:cNvPr id="258" name="Google Shape;258;p29"/>
          <p:cNvSpPr txBox="1"/>
          <p:nvPr>
            <p:ph idx="1" type="subTitle"/>
          </p:nvPr>
        </p:nvSpPr>
        <p:spPr>
          <a:xfrm>
            <a:off x="6486300" y="2590550"/>
            <a:ext cx="2540700" cy="344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Instrument Sans"/>
              <a:buNone/>
              <a:defRPr>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259" name="Google Shape;259;p29"/>
          <p:cNvSpPr txBox="1"/>
          <p:nvPr>
            <p:ph type="title"/>
          </p:nvPr>
        </p:nvSpPr>
        <p:spPr>
          <a:xfrm>
            <a:off x="6486300" y="3039200"/>
            <a:ext cx="2540700" cy="11856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1000"/>
              <a:buFont typeface="Instrument Sans"/>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260" name="Google Shape;260;p29"/>
          <p:cNvSpPr txBox="1"/>
          <p:nvPr>
            <p:ph idx="2" type="subTitle"/>
          </p:nvPr>
        </p:nvSpPr>
        <p:spPr>
          <a:xfrm>
            <a:off x="3939525" y="2583850"/>
            <a:ext cx="2540700" cy="344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Instrument Sans"/>
              <a:buNone/>
              <a:defRPr>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261" name="Google Shape;261;p29"/>
          <p:cNvSpPr txBox="1"/>
          <p:nvPr>
            <p:ph idx="3" type="title"/>
          </p:nvPr>
        </p:nvSpPr>
        <p:spPr>
          <a:xfrm>
            <a:off x="3942875" y="3039200"/>
            <a:ext cx="2540700" cy="11856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1000"/>
              <a:buFont typeface="Instrument Sans"/>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262" name="Google Shape;262;p29"/>
          <p:cNvSpPr txBox="1"/>
          <p:nvPr>
            <p:ph idx="4" type="subTitle"/>
          </p:nvPr>
        </p:nvSpPr>
        <p:spPr>
          <a:xfrm>
            <a:off x="136200" y="1289875"/>
            <a:ext cx="3810600" cy="532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2400"/>
              <a:buFont typeface="Instrument Sans"/>
              <a:buNone/>
              <a:defRPr sz="24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9pPr>
          </a:lstStyle>
          <a:p/>
        </p:txBody>
      </p:sp>
      <p:sp>
        <p:nvSpPr>
          <p:cNvPr id="263" name="Google Shape;263;p29"/>
          <p:cNvSpPr txBox="1"/>
          <p:nvPr>
            <p:ph idx="5" type="title"/>
          </p:nvPr>
        </p:nvSpPr>
        <p:spPr>
          <a:xfrm>
            <a:off x="136200" y="1822150"/>
            <a:ext cx="3810600" cy="11856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chemeClr val="lt1"/>
              </a:buClr>
              <a:buSzPts val="1400"/>
              <a:buFont typeface="Instrument Sans"/>
              <a:buNone/>
              <a:defRPr sz="14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264" name="Google Shape;264;p29"/>
          <p:cNvSpPr/>
          <p:nvPr>
            <p:ph idx="6" type="pic"/>
          </p:nvPr>
        </p:nvSpPr>
        <p:spPr>
          <a:xfrm>
            <a:off x="133925" y="0"/>
            <a:ext cx="1260300" cy="1286400"/>
          </a:xfrm>
          <a:prstGeom prst="rect">
            <a:avLst/>
          </a:prstGeom>
          <a:noFill/>
          <a:ln>
            <a:noFill/>
          </a:ln>
        </p:spPr>
      </p:sp>
      <p:sp>
        <p:nvSpPr>
          <p:cNvPr id="265" name="Google Shape;265;p29"/>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66" name="Google Shape;266;p29"/>
          <p:cNvSpPr txBox="1"/>
          <p:nvPr>
            <p:ph idx="7" type="subTitle"/>
          </p:nvPr>
        </p:nvSpPr>
        <p:spPr>
          <a:xfrm>
            <a:off x="3940875" y="228600"/>
            <a:ext cx="2540700" cy="344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Instrument Sans"/>
              <a:buNone/>
              <a:defRPr>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267" name="Google Shape;267;p29"/>
          <p:cNvSpPr txBox="1"/>
          <p:nvPr>
            <p:ph idx="8" type="title"/>
          </p:nvPr>
        </p:nvSpPr>
        <p:spPr>
          <a:xfrm>
            <a:off x="3940875" y="677250"/>
            <a:ext cx="2540700" cy="11856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1000"/>
              <a:buFont typeface="Instrument Sans"/>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268" name="Google Shape;268;p29"/>
          <p:cNvSpPr txBox="1"/>
          <p:nvPr>
            <p:ph idx="9" type="subTitle"/>
          </p:nvPr>
        </p:nvSpPr>
        <p:spPr>
          <a:xfrm>
            <a:off x="6481000" y="228600"/>
            <a:ext cx="2540700" cy="344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Instrument Sans"/>
              <a:buNone/>
              <a:defRPr>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269" name="Google Shape;269;p29"/>
          <p:cNvSpPr txBox="1"/>
          <p:nvPr>
            <p:ph idx="13" type="title"/>
          </p:nvPr>
        </p:nvSpPr>
        <p:spPr>
          <a:xfrm>
            <a:off x="6481000" y="677250"/>
            <a:ext cx="2540700" cy="11856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1000"/>
              <a:buFont typeface="Instrument Sans"/>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 Alt 2 1">
  <p:cSld name="CUSTOM_5">
    <p:spTree>
      <p:nvGrpSpPr>
        <p:cNvPr id="270" name="Shape 270"/>
        <p:cNvGrpSpPr/>
        <p:nvPr/>
      </p:nvGrpSpPr>
      <p:grpSpPr>
        <a:xfrm>
          <a:off x="0" y="0"/>
          <a:ext cx="0" cy="0"/>
          <a:chOff x="0" y="0"/>
          <a:chExt cx="0" cy="0"/>
        </a:xfrm>
      </p:grpSpPr>
      <p:sp>
        <p:nvSpPr>
          <p:cNvPr id="271" name="Google Shape;271;p30"/>
          <p:cNvSpPr txBox="1"/>
          <p:nvPr>
            <p:ph idx="1" type="body"/>
          </p:nvPr>
        </p:nvSpPr>
        <p:spPr>
          <a:xfrm>
            <a:off x="285488" y="2569932"/>
            <a:ext cx="2385000" cy="1956600"/>
          </a:xfrm>
          <a:prstGeom prst="rect">
            <a:avLst/>
          </a:prstGeom>
          <a:noFill/>
          <a:ln>
            <a:noFill/>
          </a:ln>
        </p:spPr>
        <p:txBody>
          <a:bodyPr anchorCtr="0" anchor="t" bIns="91425" lIns="0"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pic>
        <p:nvPicPr>
          <p:cNvPr id="272" name="Google Shape;272;p30"/>
          <p:cNvPicPr preferRelativeResize="0"/>
          <p:nvPr/>
        </p:nvPicPr>
        <p:blipFill rotWithShape="1">
          <a:blip r:embed="rId2">
            <a:alphaModFix/>
          </a:blip>
          <a:srcRect b="0" l="0" r="30109" t="73622"/>
          <a:stretch/>
        </p:blipFill>
        <p:spPr>
          <a:xfrm rot="10800000">
            <a:off x="133300" y="4683125"/>
            <a:ext cx="2159200" cy="458401"/>
          </a:xfrm>
          <a:prstGeom prst="rect">
            <a:avLst/>
          </a:prstGeom>
          <a:gradFill>
            <a:gsLst>
              <a:gs pos="0">
                <a:srgbClr val="808978"/>
              </a:gs>
              <a:gs pos="49000">
                <a:schemeClr val="dk1"/>
              </a:gs>
              <a:gs pos="100000">
                <a:schemeClr val="dk1"/>
              </a:gs>
            </a:gsLst>
            <a:path path="circle">
              <a:fillToRect b="50%" l="50%" r="50%" t="50%"/>
            </a:path>
            <a:tileRect/>
          </a:gradFill>
          <a:ln>
            <a:noFill/>
          </a:ln>
        </p:spPr>
      </p:pic>
      <p:cxnSp>
        <p:nvCxnSpPr>
          <p:cNvPr id="273" name="Google Shape;273;p30"/>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cxnSp>
        <p:nvCxnSpPr>
          <p:cNvPr id="274" name="Google Shape;274;p30"/>
          <p:cNvCxnSpPr/>
          <p:nvPr/>
        </p:nvCxnSpPr>
        <p:spPr>
          <a:xfrm>
            <a:off x="9023250" y="-600"/>
            <a:ext cx="0" cy="5144700"/>
          </a:xfrm>
          <a:prstGeom prst="straightConnector1">
            <a:avLst/>
          </a:prstGeom>
          <a:noFill/>
          <a:ln cap="flat" cmpd="sng" w="9525">
            <a:solidFill>
              <a:schemeClr val="dk2"/>
            </a:solidFill>
            <a:prstDash val="solid"/>
            <a:round/>
            <a:headEnd len="sm" w="sm" type="none"/>
            <a:tailEnd len="sm" w="sm" type="none"/>
          </a:ln>
        </p:spPr>
      </p:cxnSp>
      <p:sp>
        <p:nvSpPr>
          <p:cNvPr id="275" name="Google Shape;275;p30"/>
          <p:cNvSpPr txBox="1"/>
          <p:nvPr>
            <p:ph idx="2" type="body"/>
          </p:nvPr>
        </p:nvSpPr>
        <p:spPr>
          <a:xfrm>
            <a:off x="2827113" y="2569931"/>
            <a:ext cx="2385000" cy="1956600"/>
          </a:xfrm>
          <a:prstGeom prst="rect">
            <a:avLst/>
          </a:prstGeom>
          <a:noFill/>
          <a:ln>
            <a:noFill/>
          </a:ln>
        </p:spPr>
        <p:txBody>
          <a:bodyPr anchorCtr="0" anchor="t" bIns="91425" lIns="0" spcFirstLastPara="1" rIns="91425" wrap="square" tIns="91425">
            <a:noAutofit/>
          </a:bodyPr>
          <a:lstStyle>
            <a:lvl1pPr indent="-292100" lvl="0" marL="457200" algn="l">
              <a:lnSpc>
                <a:spcPct val="115000"/>
              </a:lnSpc>
              <a:spcBef>
                <a:spcPts val="0"/>
              </a:spcBef>
              <a:spcAft>
                <a:spcPts val="0"/>
              </a:spcAft>
              <a:buSzPts val="1000"/>
              <a:buFont typeface="Instrument Sans"/>
              <a:buChar char="●"/>
              <a:defRPr/>
            </a:lvl1pPr>
            <a:lvl2pPr indent="-292100" lvl="1" marL="914400" algn="l">
              <a:lnSpc>
                <a:spcPct val="115000"/>
              </a:lnSpc>
              <a:spcBef>
                <a:spcPts val="0"/>
              </a:spcBef>
              <a:spcAft>
                <a:spcPts val="0"/>
              </a:spcAft>
              <a:buSzPts val="1000"/>
              <a:buFont typeface="Instrument Sans"/>
              <a:buChar char="○"/>
              <a:defRPr/>
            </a:lvl2pPr>
            <a:lvl3pPr indent="-292100" lvl="2" marL="1371600" algn="l">
              <a:lnSpc>
                <a:spcPct val="115000"/>
              </a:lnSpc>
              <a:spcBef>
                <a:spcPts val="0"/>
              </a:spcBef>
              <a:spcAft>
                <a:spcPts val="0"/>
              </a:spcAft>
              <a:buSzPts val="1000"/>
              <a:buFont typeface="Instrument Sans"/>
              <a:buChar char="■"/>
              <a:defRPr/>
            </a:lvl3pPr>
            <a:lvl4pPr indent="-292100" lvl="3" marL="1828800" algn="l">
              <a:lnSpc>
                <a:spcPct val="115000"/>
              </a:lnSpc>
              <a:spcBef>
                <a:spcPts val="0"/>
              </a:spcBef>
              <a:spcAft>
                <a:spcPts val="0"/>
              </a:spcAft>
              <a:buSzPts val="1000"/>
              <a:buFont typeface="Instrument Sans"/>
              <a:buChar char="●"/>
              <a:defRPr/>
            </a:lvl4pPr>
            <a:lvl5pPr indent="-292100" lvl="4" marL="2286000" algn="l">
              <a:lnSpc>
                <a:spcPct val="115000"/>
              </a:lnSpc>
              <a:spcBef>
                <a:spcPts val="0"/>
              </a:spcBef>
              <a:spcAft>
                <a:spcPts val="0"/>
              </a:spcAft>
              <a:buSzPts val="1000"/>
              <a:buFont typeface="Instrument Sans"/>
              <a:buChar char="○"/>
              <a:defRPr/>
            </a:lvl5pPr>
            <a:lvl6pPr indent="-292100" lvl="5" marL="2743200" algn="l">
              <a:lnSpc>
                <a:spcPct val="115000"/>
              </a:lnSpc>
              <a:spcBef>
                <a:spcPts val="0"/>
              </a:spcBef>
              <a:spcAft>
                <a:spcPts val="0"/>
              </a:spcAft>
              <a:buSzPts val="1000"/>
              <a:buFont typeface="Instrument Sans"/>
              <a:buChar char="■"/>
              <a:defRPr/>
            </a:lvl6pPr>
            <a:lvl7pPr indent="-292100" lvl="6" marL="3200400" algn="l">
              <a:lnSpc>
                <a:spcPct val="115000"/>
              </a:lnSpc>
              <a:spcBef>
                <a:spcPts val="0"/>
              </a:spcBef>
              <a:spcAft>
                <a:spcPts val="0"/>
              </a:spcAft>
              <a:buSzPts val="1000"/>
              <a:buFont typeface="Instrument Sans"/>
              <a:buChar char="●"/>
              <a:defRPr/>
            </a:lvl7pPr>
            <a:lvl8pPr indent="-292100" lvl="7" marL="3657600" algn="l">
              <a:lnSpc>
                <a:spcPct val="115000"/>
              </a:lnSpc>
              <a:spcBef>
                <a:spcPts val="0"/>
              </a:spcBef>
              <a:spcAft>
                <a:spcPts val="0"/>
              </a:spcAft>
              <a:buSzPts val="1000"/>
              <a:buFont typeface="Instrument Sans"/>
              <a:buChar char="○"/>
              <a:defRPr/>
            </a:lvl8pPr>
            <a:lvl9pPr indent="-292100" lvl="8" marL="4114800" algn="l">
              <a:lnSpc>
                <a:spcPct val="115000"/>
              </a:lnSpc>
              <a:spcBef>
                <a:spcPts val="0"/>
              </a:spcBef>
              <a:spcAft>
                <a:spcPts val="0"/>
              </a:spcAft>
              <a:buSzPts val="1000"/>
              <a:buFont typeface="Instrument Sans"/>
              <a:buChar char="■"/>
              <a:defRPr/>
            </a:lvl9pPr>
          </a:lstStyle>
          <a:p/>
        </p:txBody>
      </p:sp>
      <p:sp>
        <p:nvSpPr>
          <p:cNvPr id="276" name="Google Shape;276;p30"/>
          <p:cNvSpPr txBox="1"/>
          <p:nvPr>
            <p:ph idx="3" type="body"/>
          </p:nvPr>
        </p:nvSpPr>
        <p:spPr>
          <a:xfrm>
            <a:off x="5368750" y="2579750"/>
            <a:ext cx="2378400" cy="1946700"/>
          </a:xfrm>
          <a:prstGeom prst="rect">
            <a:avLst/>
          </a:prstGeom>
          <a:noFill/>
          <a:ln>
            <a:noFill/>
          </a:ln>
        </p:spPr>
        <p:txBody>
          <a:bodyPr anchorCtr="0" anchor="t" bIns="91425" lIns="0"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277" name="Google Shape;277;p30"/>
          <p:cNvSpPr/>
          <p:nvPr>
            <p:ph idx="4" type="pic"/>
          </p:nvPr>
        </p:nvSpPr>
        <p:spPr>
          <a:xfrm>
            <a:off x="7752125" y="2584175"/>
            <a:ext cx="1266600" cy="2093700"/>
          </a:xfrm>
          <a:prstGeom prst="rect">
            <a:avLst/>
          </a:prstGeom>
          <a:noFill/>
          <a:ln>
            <a:noFill/>
          </a:ln>
        </p:spPr>
      </p:sp>
      <p:sp>
        <p:nvSpPr>
          <p:cNvPr id="278" name="Google Shape;278;p30"/>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79" name="Google Shape;279;p30"/>
          <p:cNvSpPr txBox="1"/>
          <p:nvPr>
            <p:ph idx="5" type="subTitle"/>
          </p:nvPr>
        </p:nvSpPr>
        <p:spPr>
          <a:xfrm>
            <a:off x="285488" y="1897000"/>
            <a:ext cx="2385000" cy="4491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400"/>
              <a:buNone/>
              <a:defRPr>
                <a:solidFill>
                  <a:schemeClr val="accent6"/>
                </a:solidFill>
              </a:defRPr>
            </a:lvl2pPr>
            <a:lvl3pPr lvl="2" algn="l">
              <a:lnSpc>
                <a:spcPct val="115000"/>
              </a:lnSpc>
              <a:spcBef>
                <a:spcPts val="0"/>
              </a:spcBef>
              <a:spcAft>
                <a:spcPts val="0"/>
              </a:spcAft>
              <a:buClr>
                <a:schemeClr val="accent6"/>
              </a:buClr>
              <a:buSzPts val="1400"/>
              <a:buNone/>
              <a:defRPr>
                <a:solidFill>
                  <a:schemeClr val="accent6"/>
                </a:solidFill>
              </a:defRPr>
            </a:lvl3pPr>
            <a:lvl4pPr lvl="3" algn="l">
              <a:lnSpc>
                <a:spcPct val="115000"/>
              </a:lnSpc>
              <a:spcBef>
                <a:spcPts val="0"/>
              </a:spcBef>
              <a:spcAft>
                <a:spcPts val="0"/>
              </a:spcAft>
              <a:buClr>
                <a:schemeClr val="accent6"/>
              </a:buClr>
              <a:buSzPts val="1400"/>
              <a:buNone/>
              <a:defRPr>
                <a:solidFill>
                  <a:schemeClr val="accent6"/>
                </a:solidFill>
              </a:defRPr>
            </a:lvl4pPr>
            <a:lvl5pPr lvl="4" algn="l">
              <a:lnSpc>
                <a:spcPct val="115000"/>
              </a:lnSpc>
              <a:spcBef>
                <a:spcPts val="0"/>
              </a:spcBef>
              <a:spcAft>
                <a:spcPts val="0"/>
              </a:spcAft>
              <a:buClr>
                <a:schemeClr val="accent6"/>
              </a:buClr>
              <a:buSzPts val="1400"/>
              <a:buNone/>
              <a:defRPr>
                <a:solidFill>
                  <a:schemeClr val="accent6"/>
                </a:solidFill>
              </a:defRPr>
            </a:lvl5pPr>
            <a:lvl6pPr lvl="5" algn="l">
              <a:lnSpc>
                <a:spcPct val="115000"/>
              </a:lnSpc>
              <a:spcBef>
                <a:spcPts val="0"/>
              </a:spcBef>
              <a:spcAft>
                <a:spcPts val="0"/>
              </a:spcAft>
              <a:buClr>
                <a:schemeClr val="accent6"/>
              </a:buClr>
              <a:buSzPts val="1400"/>
              <a:buNone/>
              <a:defRPr>
                <a:solidFill>
                  <a:schemeClr val="accent6"/>
                </a:solidFill>
              </a:defRPr>
            </a:lvl6pPr>
            <a:lvl7pPr lvl="6" algn="l">
              <a:lnSpc>
                <a:spcPct val="115000"/>
              </a:lnSpc>
              <a:spcBef>
                <a:spcPts val="0"/>
              </a:spcBef>
              <a:spcAft>
                <a:spcPts val="0"/>
              </a:spcAft>
              <a:buClr>
                <a:schemeClr val="accent6"/>
              </a:buClr>
              <a:buSzPts val="1400"/>
              <a:buNone/>
              <a:defRPr>
                <a:solidFill>
                  <a:schemeClr val="accent6"/>
                </a:solidFill>
              </a:defRPr>
            </a:lvl7pPr>
            <a:lvl8pPr lvl="7" algn="l">
              <a:lnSpc>
                <a:spcPct val="115000"/>
              </a:lnSpc>
              <a:spcBef>
                <a:spcPts val="0"/>
              </a:spcBef>
              <a:spcAft>
                <a:spcPts val="0"/>
              </a:spcAft>
              <a:buClr>
                <a:schemeClr val="accent6"/>
              </a:buClr>
              <a:buSzPts val="1400"/>
              <a:buNone/>
              <a:defRPr>
                <a:solidFill>
                  <a:schemeClr val="accent6"/>
                </a:solidFill>
              </a:defRPr>
            </a:lvl8pPr>
            <a:lvl9pPr lvl="8" algn="l">
              <a:lnSpc>
                <a:spcPct val="115000"/>
              </a:lnSpc>
              <a:spcBef>
                <a:spcPts val="0"/>
              </a:spcBef>
              <a:spcAft>
                <a:spcPts val="0"/>
              </a:spcAft>
              <a:buClr>
                <a:schemeClr val="accent6"/>
              </a:buClr>
              <a:buSzPts val="1400"/>
              <a:buNone/>
              <a:defRPr>
                <a:solidFill>
                  <a:schemeClr val="accent6"/>
                </a:solidFill>
              </a:defRPr>
            </a:lvl9pPr>
          </a:lstStyle>
          <a:p/>
        </p:txBody>
      </p:sp>
      <p:sp>
        <p:nvSpPr>
          <p:cNvPr id="280" name="Google Shape;280;p30"/>
          <p:cNvSpPr txBox="1"/>
          <p:nvPr>
            <p:ph idx="6" type="subTitle"/>
          </p:nvPr>
        </p:nvSpPr>
        <p:spPr>
          <a:xfrm>
            <a:off x="2827113" y="1897000"/>
            <a:ext cx="2385000" cy="4491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400"/>
              <a:buNone/>
              <a:defRPr>
                <a:solidFill>
                  <a:schemeClr val="accent6"/>
                </a:solidFill>
              </a:defRPr>
            </a:lvl2pPr>
            <a:lvl3pPr lvl="2" algn="l">
              <a:lnSpc>
                <a:spcPct val="115000"/>
              </a:lnSpc>
              <a:spcBef>
                <a:spcPts val="0"/>
              </a:spcBef>
              <a:spcAft>
                <a:spcPts val="0"/>
              </a:spcAft>
              <a:buClr>
                <a:schemeClr val="accent6"/>
              </a:buClr>
              <a:buSzPts val="1400"/>
              <a:buNone/>
              <a:defRPr>
                <a:solidFill>
                  <a:schemeClr val="accent6"/>
                </a:solidFill>
              </a:defRPr>
            </a:lvl3pPr>
            <a:lvl4pPr lvl="3" algn="l">
              <a:lnSpc>
                <a:spcPct val="115000"/>
              </a:lnSpc>
              <a:spcBef>
                <a:spcPts val="0"/>
              </a:spcBef>
              <a:spcAft>
                <a:spcPts val="0"/>
              </a:spcAft>
              <a:buClr>
                <a:schemeClr val="accent6"/>
              </a:buClr>
              <a:buSzPts val="1400"/>
              <a:buNone/>
              <a:defRPr>
                <a:solidFill>
                  <a:schemeClr val="accent6"/>
                </a:solidFill>
              </a:defRPr>
            </a:lvl4pPr>
            <a:lvl5pPr lvl="4" algn="l">
              <a:lnSpc>
                <a:spcPct val="115000"/>
              </a:lnSpc>
              <a:spcBef>
                <a:spcPts val="0"/>
              </a:spcBef>
              <a:spcAft>
                <a:spcPts val="0"/>
              </a:spcAft>
              <a:buClr>
                <a:schemeClr val="accent6"/>
              </a:buClr>
              <a:buSzPts val="1400"/>
              <a:buNone/>
              <a:defRPr>
                <a:solidFill>
                  <a:schemeClr val="accent6"/>
                </a:solidFill>
              </a:defRPr>
            </a:lvl5pPr>
            <a:lvl6pPr lvl="5" algn="l">
              <a:lnSpc>
                <a:spcPct val="115000"/>
              </a:lnSpc>
              <a:spcBef>
                <a:spcPts val="0"/>
              </a:spcBef>
              <a:spcAft>
                <a:spcPts val="0"/>
              </a:spcAft>
              <a:buClr>
                <a:schemeClr val="accent6"/>
              </a:buClr>
              <a:buSzPts val="1400"/>
              <a:buNone/>
              <a:defRPr>
                <a:solidFill>
                  <a:schemeClr val="accent6"/>
                </a:solidFill>
              </a:defRPr>
            </a:lvl6pPr>
            <a:lvl7pPr lvl="6" algn="l">
              <a:lnSpc>
                <a:spcPct val="115000"/>
              </a:lnSpc>
              <a:spcBef>
                <a:spcPts val="0"/>
              </a:spcBef>
              <a:spcAft>
                <a:spcPts val="0"/>
              </a:spcAft>
              <a:buClr>
                <a:schemeClr val="accent6"/>
              </a:buClr>
              <a:buSzPts val="1400"/>
              <a:buNone/>
              <a:defRPr>
                <a:solidFill>
                  <a:schemeClr val="accent6"/>
                </a:solidFill>
              </a:defRPr>
            </a:lvl7pPr>
            <a:lvl8pPr lvl="7" algn="l">
              <a:lnSpc>
                <a:spcPct val="115000"/>
              </a:lnSpc>
              <a:spcBef>
                <a:spcPts val="0"/>
              </a:spcBef>
              <a:spcAft>
                <a:spcPts val="0"/>
              </a:spcAft>
              <a:buClr>
                <a:schemeClr val="accent6"/>
              </a:buClr>
              <a:buSzPts val="1400"/>
              <a:buNone/>
              <a:defRPr>
                <a:solidFill>
                  <a:schemeClr val="accent6"/>
                </a:solidFill>
              </a:defRPr>
            </a:lvl8pPr>
            <a:lvl9pPr lvl="8" algn="l">
              <a:lnSpc>
                <a:spcPct val="115000"/>
              </a:lnSpc>
              <a:spcBef>
                <a:spcPts val="0"/>
              </a:spcBef>
              <a:spcAft>
                <a:spcPts val="0"/>
              </a:spcAft>
              <a:buClr>
                <a:schemeClr val="accent6"/>
              </a:buClr>
              <a:buSzPts val="1400"/>
              <a:buNone/>
              <a:defRPr>
                <a:solidFill>
                  <a:schemeClr val="accent6"/>
                </a:solidFill>
              </a:defRPr>
            </a:lvl9pPr>
          </a:lstStyle>
          <a:p/>
        </p:txBody>
      </p:sp>
      <p:sp>
        <p:nvSpPr>
          <p:cNvPr id="281" name="Google Shape;281;p30"/>
          <p:cNvSpPr txBox="1"/>
          <p:nvPr>
            <p:ph idx="7" type="subTitle"/>
          </p:nvPr>
        </p:nvSpPr>
        <p:spPr>
          <a:xfrm>
            <a:off x="5368738" y="1897000"/>
            <a:ext cx="2385000" cy="4491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400"/>
              <a:buNone/>
              <a:defRPr>
                <a:solidFill>
                  <a:schemeClr val="accent6"/>
                </a:solidFill>
              </a:defRPr>
            </a:lvl2pPr>
            <a:lvl3pPr lvl="2" algn="l">
              <a:lnSpc>
                <a:spcPct val="115000"/>
              </a:lnSpc>
              <a:spcBef>
                <a:spcPts val="0"/>
              </a:spcBef>
              <a:spcAft>
                <a:spcPts val="0"/>
              </a:spcAft>
              <a:buClr>
                <a:schemeClr val="accent6"/>
              </a:buClr>
              <a:buSzPts val="1400"/>
              <a:buNone/>
              <a:defRPr>
                <a:solidFill>
                  <a:schemeClr val="accent6"/>
                </a:solidFill>
              </a:defRPr>
            </a:lvl3pPr>
            <a:lvl4pPr lvl="3" algn="l">
              <a:lnSpc>
                <a:spcPct val="115000"/>
              </a:lnSpc>
              <a:spcBef>
                <a:spcPts val="0"/>
              </a:spcBef>
              <a:spcAft>
                <a:spcPts val="0"/>
              </a:spcAft>
              <a:buClr>
                <a:schemeClr val="accent6"/>
              </a:buClr>
              <a:buSzPts val="1400"/>
              <a:buNone/>
              <a:defRPr>
                <a:solidFill>
                  <a:schemeClr val="accent6"/>
                </a:solidFill>
              </a:defRPr>
            </a:lvl4pPr>
            <a:lvl5pPr lvl="4" algn="l">
              <a:lnSpc>
                <a:spcPct val="115000"/>
              </a:lnSpc>
              <a:spcBef>
                <a:spcPts val="0"/>
              </a:spcBef>
              <a:spcAft>
                <a:spcPts val="0"/>
              </a:spcAft>
              <a:buClr>
                <a:schemeClr val="accent6"/>
              </a:buClr>
              <a:buSzPts val="1400"/>
              <a:buNone/>
              <a:defRPr>
                <a:solidFill>
                  <a:schemeClr val="accent6"/>
                </a:solidFill>
              </a:defRPr>
            </a:lvl5pPr>
            <a:lvl6pPr lvl="5" algn="l">
              <a:lnSpc>
                <a:spcPct val="115000"/>
              </a:lnSpc>
              <a:spcBef>
                <a:spcPts val="0"/>
              </a:spcBef>
              <a:spcAft>
                <a:spcPts val="0"/>
              </a:spcAft>
              <a:buClr>
                <a:schemeClr val="accent6"/>
              </a:buClr>
              <a:buSzPts val="1400"/>
              <a:buNone/>
              <a:defRPr>
                <a:solidFill>
                  <a:schemeClr val="accent6"/>
                </a:solidFill>
              </a:defRPr>
            </a:lvl6pPr>
            <a:lvl7pPr lvl="6" algn="l">
              <a:lnSpc>
                <a:spcPct val="115000"/>
              </a:lnSpc>
              <a:spcBef>
                <a:spcPts val="0"/>
              </a:spcBef>
              <a:spcAft>
                <a:spcPts val="0"/>
              </a:spcAft>
              <a:buClr>
                <a:schemeClr val="accent6"/>
              </a:buClr>
              <a:buSzPts val="1400"/>
              <a:buNone/>
              <a:defRPr>
                <a:solidFill>
                  <a:schemeClr val="accent6"/>
                </a:solidFill>
              </a:defRPr>
            </a:lvl7pPr>
            <a:lvl8pPr lvl="7" algn="l">
              <a:lnSpc>
                <a:spcPct val="115000"/>
              </a:lnSpc>
              <a:spcBef>
                <a:spcPts val="0"/>
              </a:spcBef>
              <a:spcAft>
                <a:spcPts val="0"/>
              </a:spcAft>
              <a:buClr>
                <a:schemeClr val="accent6"/>
              </a:buClr>
              <a:buSzPts val="1400"/>
              <a:buNone/>
              <a:defRPr>
                <a:solidFill>
                  <a:schemeClr val="accent6"/>
                </a:solidFill>
              </a:defRPr>
            </a:lvl8pPr>
            <a:lvl9pPr lvl="8" algn="l">
              <a:lnSpc>
                <a:spcPct val="115000"/>
              </a:lnSpc>
              <a:spcBef>
                <a:spcPts val="0"/>
              </a:spcBef>
              <a:spcAft>
                <a:spcPts val="0"/>
              </a:spcAft>
              <a:buClr>
                <a:schemeClr val="accent6"/>
              </a:buClr>
              <a:buSzPts val="1400"/>
              <a:buNone/>
              <a:defRPr>
                <a:solidFill>
                  <a:schemeClr val="accent6"/>
                </a:solidFill>
              </a:defRPr>
            </a:lvl9pPr>
          </a:lstStyle>
          <a:p/>
        </p:txBody>
      </p:sp>
      <p:sp>
        <p:nvSpPr>
          <p:cNvPr id="282" name="Google Shape;282;p30"/>
          <p:cNvSpPr txBox="1"/>
          <p:nvPr>
            <p:ph idx="8" type="subTitle"/>
          </p:nvPr>
        </p:nvSpPr>
        <p:spPr>
          <a:xfrm>
            <a:off x="407700" y="1388800"/>
            <a:ext cx="1162500" cy="334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9pPr>
          </a:lstStyle>
          <a:p/>
        </p:txBody>
      </p:sp>
      <p:sp>
        <p:nvSpPr>
          <p:cNvPr id="283" name="Google Shape;283;p30"/>
          <p:cNvSpPr txBox="1"/>
          <p:nvPr>
            <p:ph idx="9" type="subTitle"/>
          </p:nvPr>
        </p:nvSpPr>
        <p:spPr>
          <a:xfrm>
            <a:off x="2952363" y="1399625"/>
            <a:ext cx="1162500" cy="334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9pPr>
          </a:lstStyle>
          <a:p/>
        </p:txBody>
      </p:sp>
      <p:sp>
        <p:nvSpPr>
          <p:cNvPr id="284" name="Google Shape;284;p30"/>
          <p:cNvSpPr txBox="1"/>
          <p:nvPr>
            <p:ph idx="13" type="subTitle"/>
          </p:nvPr>
        </p:nvSpPr>
        <p:spPr>
          <a:xfrm>
            <a:off x="5497038" y="1399625"/>
            <a:ext cx="1162500" cy="334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9pPr>
          </a:lstStyle>
          <a:p/>
        </p:txBody>
      </p:sp>
      <p:sp>
        <p:nvSpPr>
          <p:cNvPr id="285" name="Google Shape;285;p30"/>
          <p:cNvSpPr txBox="1"/>
          <p:nvPr>
            <p:ph type="title"/>
          </p:nvPr>
        </p:nvSpPr>
        <p:spPr>
          <a:xfrm>
            <a:off x="139700" y="228600"/>
            <a:ext cx="5242500" cy="609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CUSTOM_6">
    <p:spTree>
      <p:nvGrpSpPr>
        <p:cNvPr id="286" name="Shape 286"/>
        <p:cNvGrpSpPr/>
        <p:nvPr/>
      </p:nvGrpSpPr>
      <p:grpSpPr>
        <a:xfrm>
          <a:off x="0" y="0"/>
          <a:ext cx="0" cy="0"/>
          <a:chOff x="0" y="0"/>
          <a:chExt cx="0" cy="0"/>
        </a:xfrm>
      </p:grpSpPr>
      <p:sp>
        <p:nvSpPr>
          <p:cNvPr id="287" name="Google Shape;287;p31"/>
          <p:cNvSpPr txBox="1"/>
          <p:nvPr>
            <p:ph idx="1" type="subTitle"/>
          </p:nvPr>
        </p:nvSpPr>
        <p:spPr>
          <a:xfrm>
            <a:off x="2679700" y="1295400"/>
            <a:ext cx="3801300" cy="336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a:lvl1pPr>
            <a:lvl2pPr lvl="1" algn="l">
              <a:lnSpc>
                <a:spcPct val="115000"/>
              </a:lnSpc>
              <a:spcBef>
                <a:spcPts val="0"/>
              </a:spcBef>
              <a:spcAft>
                <a:spcPts val="0"/>
              </a:spcAft>
              <a:buClr>
                <a:schemeClr val="lt1"/>
              </a:buClr>
              <a:buSzPts val="1400"/>
              <a:buFont typeface="Poppins"/>
              <a:buNone/>
              <a:defRPr>
                <a:solidFill>
                  <a:schemeClr val="lt1"/>
                </a:solidFill>
              </a:defRPr>
            </a:lvl2pPr>
            <a:lvl3pPr lvl="2" algn="l">
              <a:lnSpc>
                <a:spcPct val="115000"/>
              </a:lnSpc>
              <a:spcBef>
                <a:spcPts val="0"/>
              </a:spcBef>
              <a:spcAft>
                <a:spcPts val="0"/>
              </a:spcAft>
              <a:buClr>
                <a:schemeClr val="lt1"/>
              </a:buClr>
              <a:buSzPts val="1400"/>
              <a:buFont typeface="Poppins"/>
              <a:buNone/>
              <a:defRPr>
                <a:solidFill>
                  <a:schemeClr val="lt1"/>
                </a:solidFill>
              </a:defRPr>
            </a:lvl3pPr>
            <a:lvl4pPr lvl="3" algn="l">
              <a:lnSpc>
                <a:spcPct val="115000"/>
              </a:lnSpc>
              <a:spcBef>
                <a:spcPts val="0"/>
              </a:spcBef>
              <a:spcAft>
                <a:spcPts val="0"/>
              </a:spcAft>
              <a:buClr>
                <a:schemeClr val="lt1"/>
              </a:buClr>
              <a:buSzPts val="1400"/>
              <a:buFont typeface="Poppins"/>
              <a:buNone/>
              <a:defRPr>
                <a:solidFill>
                  <a:schemeClr val="lt1"/>
                </a:solidFill>
              </a:defRPr>
            </a:lvl4pPr>
            <a:lvl5pPr lvl="4" algn="l">
              <a:lnSpc>
                <a:spcPct val="115000"/>
              </a:lnSpc>
              <a:spcBef>
                <a:spcPts val="0"/>
              </a:spcBef>
              <a:spcAft>
                <a:spcPts val="0"/>
              </a:spcAft>
              <a:buClr>
                <a:schemeClr val="lt1"/>
              </a:buClr>
              <a:buSzPts val="1400"/>
              <a:buFont typeface="Poppins"/>
              <a:buNone/>
              <a:defRPr>
                <a:solidFill>
                  <a:schemeClr val="lt1"/>
                </a:solidFill>
              </a:defRPr>
            </a:lvl5pPr>
            <a:lvl6pPr lvl="5" algn="l">
              <a:lnSpc>
                <a:spcPct val="115000"/>
              </a:lnSpc>
              <a:spcBef>
                <a:spcPts val="0"/>
              </a:spcBef>
              <a:spcAft>
                <a:spcPts val="0"/>
              </a:spcAft>
              <a:buClr>
                <a:schemeClr val="lt1"/>
              </a:buClr>
              <a:buSzPts val="1400"/>
              <a:buFont typeface="Poppins"/>
              <a:buNone/>
              <a:defRPr>
                <a:solidFill>
                  <a:schemeClr val="lt1"/>
                </a:solidFill>
              </a:defRPr>
            </a:lvl6pPr>
            <a:lvl7pPr lvl="6" algn="l">
              <a:lnSpc>
                <a:spcPct val="115000"/>
              </a:lnSpc>
              <a:spcBef>
                <a:spcPts val="0"/>
              </a:spcBef>
              <a:spcAft>
                <a:spcPts val="0"/>
              </a:spcAft>
              <a:buClr>
                <a:schemeClr val="lt1"/>
              </a:buClr>
              <a:buSzPts val="1400"/>
              <a:buFont typeface="Poppins"/>
              <a:buNone/>
              <a:defRPr>
                <a:solidFill>
                  <a:schemeClr val="lt1"/>
                </a:solidFill>
              </a:defRPr>
            </a:lvl7pPr>
            <a:lvl8pPr lvl="7" algn="l">
              <a:lnSpc>
                <a:spcPct val="115000"/>
              </a:lnSpc>
              <a:spcBef>
                <a:spcPts val="0"/>
              </a:spcBef>
              <a:spcAft>
                <a:spcPts val="0"/>
              </a:spcAft>
              <a:buClr>
                <a:schemeClr val="lt1"/>
              </a:buClr>
              <a:buSzPts val="1400"/>
              <a:buFont typeface="Poppins"/>
              <a:buNone/>
              <a:defRPr>
                <a:solidFill>
                  <a:schemeClr val="lt1"/>
                </a:solidFill>
              </a:defRPr>
            </a:lvl8pPr>
            <a:lvl9pPr lvl="8" algn="l">
              <a:lnSpc>
                <a:spcPct val="115000"/>
              </a:lnSpc>
              <a:spcBef>
                <a:spcPts val="0"/>
              </a:spcBef>
              <a:spcAft>
                <a:spcPts val="0"/>
              </a:spcAft>
              <a:buClr>
                <a:schemeClr val="lt1"/>
              </a:buClr>
              <a:buSzPts val="1400"/>
              <a:buFont typeface="Poppins"/>
              <a:buNone/>
              <a:defRPr>
                <a:solidFill>
                  <a:schemeClr val="lt1"/>
                </a:solidFill>
              </a:defRPr>
            </a:lvl9pPr>
          </a:lstStyle>
          <a:p/>
        </p:txBody>
      </p:sp>
      <p:sp>
        <p:nvSpPr>
          <p:cNvPr id="288" name="Google Shape;288;p31"/>
          <p:cNvSpPr txBox="1"/>
          <p:nvPr>
            <p:ph idx="2" type="body"/>
          </p:nvPr>
        </p:nvSpPr>
        <p:spPr>
          <a:xfrm>
            <a:off x="2679700" y="1744013"/>
            <a:ext cx="2533200" cy="8469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289" name="Google Shape;289;p31"/>
          <p:cNvSpPr txBox="1"/>
          <p:nvPr>
            <p:ph idx="3" type="subTitle"/>
          </p:nvPr>
        </p:nvSpPr>
        <p:spPr>
          <a:xfrm>
            <a:off x="139700" y="2570150"/>
            <a:ext cx="2525100" cy="336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400"/>
              <a:buNone/>
              <a:defRPr>
                <a:solidFill>
                  <a:schemeClr val="accent6"/>
                </a:solidFill>
              </a:defRPr>
            </a:lvl2pPr>
            <a:lvl3pPr lvl="2" algn="l">
              <a:lnSpc>
                <a:spcPct val="115000"/>
              </a:lnSpc>
              <a:spcBef>
                <a:spcPts val="0"/>
              </a:spcBef>
              <a:spcAft>
                <a:spcPts val="0"/>
              </a:spcAft>
              <a:buClr>
                <a:schemeClr val="accent6"/>
              </a:buClr>
              <a:buSzPts val="1400"/>
              <a:buNone/>
              <a:defRPr>
                <a:solidFill>
                  <a:schemeClr val="accent6"/>
                </a:solidFill>
              </a:defRPr>
            </a:lvl3pPr>
            <a:lvl4pPr lvl="3" algn="l">
              <a:lnSpc>
                <a:spcPct val="115000"/>
              </a:lnSpc>
              <a:spcBef>
                <a:spcPts val="0"/>
              </a:spcBef>
              <a:spcAft>
                <a:spcPts val="0"/>
              </a:spcAft>
              <a:buClr>
                <a:schemeClr val="accent6"/>
              </a:buClr>
              <a:buSzPts val="1400"/>
              <a:buNone/>
              <a:defRPr>
                <a:solidFill>
                  <a:schemeClr val="accent6"/>
                </a:solidFill>
              </a:defRPr>
            </a:lvl4pPr>
            <a:lvl5pPr lvl="4" algn="l">
              <a:lnSpc>
                <a:spcPct val="115000"/>
              </a:lnSpc>
              <a:spcBef>
                <a:spcPts val="0"/>
              </a:spcBef>
              <a:spcAft>
                <a:spcPts val="0"/>
              </a:spcAft>
              <a:buClr>
                <a:schemeClr val="accent6"/>
              </a:buClr>
              <a:buSzPts val="1400"/>
              <a:buNone/>
              <a:defRPr>
                <a:solidFill>
                  <a:schemeClr val="accent6"/>
                </a:solidFill>
              </a:defRPr>
            </a:lvl5pPr>
            <a:lvl6pPr lvl="5" algn="l">
              <a:lnSpc>
                <a:spcPct val="115000"/>
              </a:lnSpc>
              <a:spcBef>
                <a:spcPts val="0"/>
              </a:spcBef>
              <a:spcAft>
                <a:spcPts val="0"/>
              </a:spcAft>
              <a:buClr>
                <a:schemeClr val="accent6"/>
              </a:buClr>
              <a:buSzPts val="1400"/>
              <a:buNone/>
              <a:defRPr>
                <a:solidFill>
                  <a:schemeClr val="accent6"/>
                </a:solidFill>
              </a:defRPr>
            </a:lvl6pPr>
            <a:lvl7pPr lvl="6" algn="l">
              <a:lnSpc>
                <a:spcPct val="115000"/>
              </a:lnSpc>
              <a:spcBef>
                <a:spcPts val="0"/>
              </a:spcBef>
              <a:spcAft>
                <a:spcPts val="0"/>
              </a:spcAft>
              <a:buClr>
                <a:schemeClr val="accent6"/>
              </a:buClr>
              <a:buSzPts val="1400"/>
              <a:buNone/>
              <a:defRPr>
                <a:solidFill>
                  <a:schemeClr val="accent6"/>
                </a:solidFill>
              </a:defRPr>
            </a:lvl7pPr>
            <a:lvl8pPr lvl="7" algn="l">
              <a:lnSpc>
                <a:spcPct val="115000"/>
              </a:lnSpc>
              <a:spcBef>
                <a:spcPts val="0"/>
              </a:spcBef>
              <a:spcAft>
                <a:spcPts val="0"/>
              </a:spcAft>
              <a:buClr>
                <a:schemeClr val="accent6"/>
              </a:buClr>
              <a:buSzPts val="1400"/>
              <a:buNone/>
              <a:defRPr>
                <a:solidFill>
                  <a:schemeClr val="accent6"/>
                </a:solidFill>
              </a:defRPr>
            </a:lvl8pPr>
            <a:lvl9pPr lvl="8" algn="l">
              <a:lnSpc>
                <a:spcPct val="115000"/>
              </a:lnSpc>
              <a:spcBef>
                <a:spcPts val="0"/>
              </a:spcBef>
              <a:spcAft>
                <a:spcPts val="0"/>
              </a:spcAft>
              <a:buClr>
                <a:schemeClr val="accent6"/>
              </a:buClr>
              <a:buSzPts val="1400"/>
              <a:buNone/>
              <a:defRPr>
                <a:solidFill>
                  <a:schemeClr val="accent6"/>
                </a:solidFill>
              </a:defRPr>
            </a:lvl9pPr>
          </a:lstStyle>
          <a:p/>
        </p:txBody>
      </p:sp>
      <p:sp>
        <p:nvSpPr>
          <p:cNvPr id="290" name="Google Shape;290;p31"/>
          <p:cNvSpPr txBox="1"/>
          <p:nvPr>
            <p:ph idx="4" type="body"/>
          </p:nvPr>
        </p:nvSpPr>
        <p:spPr>
          <a:xfrm>
            <a:off x="139700" y="3059100"/>
            <a:ext cx="2525100" cy="16245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291" name="Google Shape;291;p31"/>
          <p:cNvSpPr txBox="1"/>
          <p:nvPr>
            <p:ph idx="5" type="subTitle"/>
          </p:nvPr>
        </p:nvSpPr>
        <p:spPr>
          <a:xfrm>
            <a:off x="2677600" y="2570150"/>
            <a:ext cx="2525100" cy="336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9pPr>
          </a:lstStyle>
          <a:p/>
        </p:txBody>
      </p:sp>
      <p:sp>
        <p:nvSpPr>
          <p:cNvPr id="292" name="Google Shape;292;p31"/>
          <p:cNvSpPr txBox="1"/>
          <p:nvPr>
            <p:ph idx="6" type="body"/>
          </p:nvPr>
        </p:nvSpPr>
        <p:spPr>
          <a:xfrm>
            <a:off x="2677600" y="3059100"/>
            <a:ext cx="2525100" cy="16245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293" name="Google Shape;293;p31"/>
          <p:cNvSpPr txBox="1"/>
          <p:nvPr>
            <p:ph idx="7" type="subTitle"/>
          </p:nvPr>
        </p:nvSpPr>
        <p:spPr>
          <a:xfrm>
            <a:off x="5210575" y="2570150"/>
            <a:ext cx="2525100" cy="336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400"/>
              <a:buNone/>
              <a:defRPr>
                <a:solidFill>
                  <a:schemeClr val="accent6"/>
                </a:solidFill>
              </a:defRPr>
            </a:lvl2pPr>
            <a:lvl3pPr lvl="2" algn="l">
              <a:lnSpc>
                <a:spcPct val="115000"/>
              </a:lnSpc>
              <a:spcBef>
                <a:spcPts val="0"/>
              </a:spcBef>
              <a:spcAft>
                <a:spcPts val="0"/>
              </a:spcAft>
              <a:buClr>
                <a:schemeClr val="accent6"/>
              </a:buClr>
              <a:buSzPts val="1400"/>
              <a:buNone/>
              <a:defRPr>
                <a:solidFill>
                  <a:schemeClr val="accent6"/>
                </a:solidFill>
              </a:defRPr>
            </a:lvl3pPr>
            <a:lvl4pPr lvl="3" algn="l">
              <a:lnSpc>
                <a:spcPct val="115000"/>
              </a:lnSpc>
              <a:spcBef>
                <a:spcPts val="0"/>
              </a:spcBef>
              <a:spcAft>
                <a:spcPts val="0"/>
              </a:spcAft>
              <a:buClr>
                <a:schemeClr val="accent6"/>
              </a:buClr>
              <a:buSzPts val="1400"/>
              <a:buNone/>
              <a:defRPr>
                <a:solidFill>
                  <a:schemeClr val="accent6"/>
                </a:solidFill>
              </a:defRPr>
            </a:lvl4pPr>
            <a:lvl5pPr lvl="4" algn="l">
              <a:lnSpc>
                <a:spcPct val="115000"/>
              </a:lnSpc>
              <a:spcBef>
                <a:spcPts val="0"/>
              </a:spcBef>
              <a:spcAft>
                <a:spcPts val="0"/>
              </a:spcAft>
              <a:buClr>
                <a:schemeClr val="accent6"/>
              </a:buClr>
              <a:buSzPts val="1400"/>
              <a:buNone/>
              <a:defRPr>
                <a:solidFill>
                  <a:schemeClr val="accent6"/>
                </a:solidFill>
              </a:defRPr>
            </a:lvl5pPr>
            <a:lvl6pPr lvl="5" algn="l">
              <a:lnSpc>
                <a:spcPct val="115000"/>
              </a:lnSpc>
              <a:spcBef>
                <a:spcPts val="0"/>
              </a:spcBef>
              <a:spcAft>
                <a:spcPts val="0"/>
              </a:spcAft>
              <a:buClr>
                <a:schemeClr val="accent6"/>
              </a:buClr>
              <a:buSzPts val="1400"/>
              <a:buNone/>
              <a:defRPr>
                <a:solidFill>
                  <a:schemeClr val="accent6"/>
                </a:solidFill>
              </a:defRPr>
            </a:lvl6pPr>
            <a:lvl7pPr lvl="6" algn="l">
              <a:lnSpc>
                <a:spcPct val="115000"/>
              </a:lnSpc>
              <a:spcBef>
                <a:spcPts val="0"/>
              </a:spcBef>
              <a:spcAft>
                <a:spcPts val="0"/>
              </a:spcAft>
              <a:buClr>
                <a:schemeClr val="accent6"/>
              </a:buClr>
              <a:buSzPts val="1400"/>
              <a:buNone/>
              <a:defRPr>
                <a:solidFill>
                  <a:schemeClr val="accent6"/>
                </a:solidFill>
              </a:defRPr>
            </a:lvl7pPr>
            <a:lvl8pPr lvl="7" algn="l">
              <a:lnSpc>
                <a:spcPct val="115000"/>
              </a:lnSpc>
              <a:spcBef>
                <a:spcPts val="0"/>
              </a:spcBef>
              <a:spcAft>
                <a:spcPts val="0"/>
              </a:spcAft>
              <a:buClr>
                <a:schemeClr val="accent6"/>
              </a:buClr>
              <a:buSzPts val="1400"/>
              <a:buNone/>
              <a:defRPr>
                <a:solidFill>
                  <a:schemeClr val="accent6"/>
                </a:solidFill>
              </a:defRPr>
            </a:lvl8pPr>
            <a:lvl9pPr lvl="8" algn="l">
              <a:lnSpc>
                <a:spcPct val="115000"/>
              </a:lnSpc>
              <a:spcBef>
                <a:spcPts val="0"/>
              </a:spcBef>
              <a:spcAft>
                <a:spcPts val="0"/>
              </a:spcAft>
              <a:buClr>
                <a:schemeClr val="accent6"/>
              </a:buClr>
              <a:buSzPts val="1400"/>
              <a:buNone/>
              <a:defRPr>
                <a:solidFill>
                  <a:schemeClr val="accent6"/>
                </a:solidFill>
              </a:defRPr>
            </a:lvl9pPr>
          </a:lstStyle>
          <a:p/>
        </p:txBody>
      </p:sp>
      <p:sp>
        <p:nvSpPr>
          <p:cNvPr id="294" name="Google Shape;294;p31"/>
          <p:cNvSpPr txBox="1"/>
          <p:nvPr>
            <p:ph idx="8" type="body"/>
          </p:nvPr>
        </p:nvSpPr>
        <p:spPr>
          <a:xfrm>
            <a:off x="5210575" y="3059100"/>
            <a:ext cx="2525100" cy="16245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295" name="Google Shape;295;p31"/>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96" name="Google Shape;296;p31"/>
          <p:cNvSpPr/>
          <p:nvPr>
            <p:ph idx="9" type="pic"/>
          </p:nvPr>
        </p:nvSpPr>
        <p:spPr>
          <a:xfrm>
            <a:off x="133525" y="1298275"/>
            <a:ext cx="2531400" cy="1278000"/>
          </a:xfrm>
          <a:prstGeom prst="rect">
            <a:avLst/>
          </a:prstGeom>
          <a:noFill/>
          <a:ln>
            <a:noFill/>
          </a:ln>
        </p:spPr>
      </p:sp>
      <p:sp>
        <p:nvSpPr>
          <p:cNvPr id="297" name="Google Shape;297;p31"/>
          <p:cNvSpPr txBox="1"/>
          <p:nvPr>
            <p:ph type="title"/>
          </p:nvPr>
        </p:nvSpPr>
        <p:spPr>
          <a:xfrm>
            <a:off x="139700" y="228600"/>
            <a:ext cx="5079300" cy="10626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CUSTOM_10">
    <p:spTree>
      <p:nvGrpSpPr>
        <p:cNvPr id="298" name="Shape 298"/>
        <p:cNvGrpSpPr/>
        <p:nvPr/>
      </p:nvGrpSpPr>
      <p:grpSpPr>
        <a:xfrm>
          <a:off x="0" y="0"/>
          <a:ext cx="0" cy="0"/>
          <a:chOff x="0" y="0"/>
          <a:chExt cx="0" cy="0"/>
        </a:xfrm>
      </p:grpSpPr>
      <p:sp>
        <p:nvSpPr>
          <p:cNvPr id="299" name="Google Shape;299;p32"/>
          <p:cNvSpPr txBox="1"/>
          <p:nvPr>
            <p:ph idx="1" type="body"/>
          </p:nvPr>
        </p:nvSpPr>
        <p:spPr>
          <a:xfrm>
            <a:off x="134950" y="3008128"/>
            <a:ext cx="2525100" cy="853200"/>
          </a:xfrm>
          <a:prstGeom prst="rect">
            <a:avLst/>
          </a:prstGeom>
          <a:noFill/>
          <a:ln>
            <a:noFill/>
          </a:ln>
        </p:spPr>
        <p:txBody>
          <a:bodyPr anchorCtr="0" anchor="t" bIns="91425" lIns="91425" spcFirstLastPara="1" rIns="91425"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300" name="Google Shape;300;p32"/>
          <p:cNvSpPr txBox="1"/>
          <p:nvPr>
            <p:ph idx="2" type="body"/>
          </p:nvPr>
        </p:nvSpPr>
        <p:spPr>
          <a:xfrm>
            <a:off x="5215900" y="3008128"/>
            <a:ext cx="2525100" cy="853200"/>
          </a:xfrm>
          <a:prstGeom prst="rect">
            <a:avLst/>
          </a:prstGeom>
          <a:noFill/>
          <a:ln>
            <a:noFill/>
          </a:ln>
        </p:spPr>
        <p:txBody>
          <a:bodyPr anchorCtr="0" anchor="t" bIns="91425" lIns="91425" spcFirstLastPara="1" rIns="91425"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800"/>
              </a:spcBef>
              <a:spcAft>
                <a:spcPts val="0"/>
              </a:spcAft>
              <a:buClr>
                <a:schemeClr val="lt1"/>
              </a:buClr>
              <a:buSzPts val="1000"/>
              <a:buFont typeface="Instrument Sans"/>
              <a:buChar char="○"/>
              <a:defRPr/>
            </a:lvl2pPr>
            <a:lvl3pPr indent="-292100" lvl="2" marL="1371600" algn="l">
              <a:lnSpc>
                <a:spcPct val="115000"/>
              </a:lnSpc>
              <a:spcBef>
                <a:spcPts val="800"/>
              </a:spcBef>
              <a:spcAft>
                <a:spcPts val="0"/>
              </a:spcAft>
              <a:buClr>
                <a:schemeClr val="lt1"/>
              </a:buClr>
              <a:buSzPts val="1000"/>
              <a:buFont typeface="Instrument Sans"/>
              <a:buChar char="■"/>
              <a:defRPr/>
            </a:lvl3pPr>
            <a:lvl4pPr indent="-292100" lvl="3" marL="1828800" algn="l">
              <a:lnSpc>
                <a:spcPct val="115000"/>
              </a:lnSpc>
              <a:spcBef>
                <a:spcPts val="800"/>
              </a:spcBef>
              <a:spcAft>
                <a:spcPts val="0"/>
              </a:spcAft>
              <a:buClr>
                <a:schemeClr val="lt1"/>
              </a:buClr>
              <a:buSzPts val="1000"/>
              <a:buFont typeface="Instrument Sans"/>
              <a:buChar char="●"/>
              <a:defRPr/>
            </a:lvl4pPr>
            <a:lvl5pPr indent="-292100" lvl="4" marL="2286000" algn="l">
              <a:lnSpc>
                <a:spcPct val="115000"/>
              </a:lnSpc>
              <a:spcBef>
                <a:spcPts val="800"/>
              </a:spcBef>
              <a:spcAft>
                <a:spcPts val="0"/>
              </a:spcAft>
              <a:buClr>
                <a:schemeClr val="lt1"/>
              </a:buClr>
              <a:buSzPts val="1000"/>
              <a:buFont typeface="Instrument Sans"/>
              <a:buChar char="○"/>
              <a:defRPr/>
            </a:lvl5pPr>
            <a:lvl6pPr indent="-292100" lvl="5" marL="2743200" algn="l">
              <a:lnSpc>
                <a:spcPct val="115000"/>
              </a:lnSpc>
              <a:spcBef>
                <a:spcPts val="800"/>
              </a:spcBef>
              <a:spcAft>
                <a:spcPts val="0"/>
              </a:spcAft>
              <a:buClr>
                <a:schemeClr val="lt1"/>
              </a:buClr>
              <a:buSzPts val="1000"/>
              <a:buFont typeface="Instrument Sans"/>
              <a:buChar char="■"/>
              <a:defRPr/>
            </a:lvl6pPr>
            <a:lvl7pPr indent="-292100" lvl="6" marL="3200400" algn="l">
              <a:lnSpc>
                <a:spcPct val="115000"/>
              </a:lnSpc>
              <a:spcBef>
                <a:spcPts val="800"/>
              </a:spcBef>
              <a:spcAft>
                <a:spcPts val="0"/>
              </a:spcAft>
              <a:buClr>
                <a:schemeClr val="lt1"/>
              </a:buClr>
              <a:buSzPts val="1000"/>
              <a:buFont typeface="Instrument Sans"/>
              <a:buChar char="●"/>
              <a:defRPr/>
            </a:lvl7pPr>
            <a:lvl8pPr indent="-292100" lvl="7" marL="3657600" algn="l">
              <a:lnSpc>
                <a:spcPct val="115000"/>
              </a:lnSpc>
              <a:spcBef>
                <a:spcPts val="800"/>
              </a:spcBef>
              <a:spcAft>
                <a:spcPts val="0"/>
              </a:spcAft>
              <a:buClr>
                <a:schemeClr val="lt1"/>
              </a:buClr>
              <a:buSzPts val="1000"/>
              <a:buFont typeface="Instrument Sans"/>
              <a:buChar char="○"/>
              <a:defRPr/>
            </a:lvl8pPr>
            <a:lvl9pPr indent="-292100" lvl="8" marL="4114800" algn="l">
              <a:lnSpc>
                <a:spcPct val="115000"/>
              </a:lnSpc>
              <a:spcBef>
                <a:spcPts val="800"/>
              </a:spcBef>
              <a:spcAft>
                <a:spcPts val="800"/>
              </a:spcAft>
              <a:buClr>
                <a:schemeClr val="lt1"/>
              </a:buClr>
              <a:buSzPts val="1000"/>
              <a:buFont typeface="Instrument Sans"/>
              <a:buChar char="■"/>
              <a:defRPr/>
            </a:lvl9pPr>
          </a:lstStyle>
          <a:p/>
        </p:txBody>
      </p:sp>
      <p:sp>
        <p:nvSpPr>
          <p:cNvPr id="301" name="Google Shape;301;p32"/>
          <p:cNvSpPr txBox="1"/>
          <p:nvPr>
            <p:ph idx="3" type="body"/>
          </p:nvPr>
        </p:nvSpPr>
        <p:spPr>
          <a:xfrm>
            <a:off x="2677225" y="1811100"/>
            <a:ext cx="2525100" cy="769200"/>
          </a:xfrm>
          <a:prstGeom prst="rect">
            <a:avLst/>
          </a:prstGeom>
          <a:noFill/>
          <a:ln>
            <a:noFill/>
          </a:ln>
        </p:spPr>
        <p:txBody>
          <a:bodyPr anchorCtr="0" anchor="t" bIns="91425" lIns="91425" spcFirstLastPara="1" rIns="91425"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302" name="Google Shape;302;p32"/>
          <p:cNvSpPr txBox="1"/>
          <p:nvPr>
            <p:ph idx="4" type="body"/>
          </p:nvPr>
        </p:nvSpPr>
        <p:spPr>
          <a:xfrm>
            <a:off x="2677600" y="3008128"/>
            <a:ext cx="2525100" cy="853200"/>
          </a:xfrm>
          <a:prstGeom prst="rect">
            <a:avLst/>
          </a:prstGeom>
          <a:noFill/>
          <a:ln>
            <a:noFill/>
          </a:ln>
        </p:spPr>
        <p:txBody>
          <a:bodyPr anchorCtr="0" anchor="t" bIns="91425" lIns="91425" spcFirstLastPara="1" rIns="91425"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303" name="Google Shape;303;p32"/>
          <p:cNvSpPr txBox="1"/>
          <p:nvPr>
            <p:ph idx="5" type="subTitle"/>
          </p:nvPr>
        </p:nvSpPr>
        <p:spPr>
          <a:xfrm>
            <a:off x="2672800" y="3858600"/>
            <a:ext cx="2538300" cy="277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304" name="Google Shape;304;p32"/>
          <p:cNvSpPr txBox="1"/>
          <p:nvPr>
            <p:ph idx="6" type="subTitle"/>
          </p:nvPr>
        </p:nvSpPr>
        <p:spPr>
          <a:xfrm>
            <a:off x="2672800" y="4301624"/>
            <a:ext cx="2538300" cy="277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305" name="Google Shape;305;p32"/>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32"/>
          <p:cNvSpPr txBox="1"/>
          <p:nvPr>
            <p:ph idx="7"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07" name="Google Shape;307;p32"/>
          <p:cNvSpPr txBox="1"/>
          <p:nvPr>
            <p:ph type="title"/>
          </p:nvPr>
        </p:nvSpPr>
        <p:spPr>
          <a:xfrm>
            <a:off x="139700" y="228600"/>
            <a:ext cx="5079300" cy="10626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9pPr>
          </a:lstStyle>
          <a:p/>
        </p:txBody>
      </p:sp>
      <p:sp>
        <p:nvSpPr>
          <p:cNvPr id="308" name="Google Shape;308;p32"/>
          <p:cNvSpPr/>
          <p:nvPr>
            <p:ph idx="8" type="pic"/>
          </p:nvPr>
        </p:nvSpPr>
        <p:spPr>
          <a:xfrm>
            <a:off x="134350" y="1295850"/>
            <a:ext cx="2529300" cy="1277400"/>
          </a:xfrm>
          <a:prstGeom prst="rect">
            <a:avLst/>
          </a:prstGeom>
          <a:noFill/>
          <a:ln>
            <a:noFill/>
          </a:ln>
        </p:spPr>
      </p:sp>
      <p:sp>
        <p:nvSpPr>
          <p:cNvPr id="309" name="Google Shape;309;p32"/>
          <p:cNvSpPr txBox="1"/>
          <p:nvPr>
            <p:ph idx="9" type="subTitle"/>
          </p:nvPr>
        </p:nvSpPr>
        <p:spPr>
          <a:xfrm>
            <a:off x="5211100" y="1295400"/>
            <a:ext cx="2538300" cy="1277400"/>
          </a:xfrm>
          <a:prstGeom prst="rect">
            <a:avLst/>
          </a:prstGeom>
          <a:noFill/>
          <a:ln>
            <a:noFill/>
          </a:ln>
        </p:spPr>
        <p:txBody>
          <a:bodyPr anchorCtr="0" anchor="t" bIns="91425" lIns="182875" spcFirstLastPara="1" rIns="91425" wrap="square" tIns="182875">
            <a:noAutofit/>
          </a:bodyPr>
          <a:lstStyle>
            <a:lvl1pPr lvl="0" algn="l">
              <a:lnSpc>
                <a:spcPct val="115000"/>
              </a:lnSpc>
              <a:spcBef>
                <a:spcPts val="0"/>
              </a:spcBef>
              <a:spcAft>
                <a:spcPts val="0"/>
              </a:spcAft>
              <a:buClr>
                <a:schemeClr val="lt1"/>
              </a:buClr>
              <a:buSzPts val="1400"/>
              <a:buFont typeface="Poppins"/>
              <a:buNone/>
              <a:defRPr/>
            </a:lvl1pPr>
            <a:lvl2pPr lvl="1" algn="l">
              <a:lnSpc>
                <a:spcPct val="115000"/>
              </a:lnSpc>
              <a:spcBef>
                <a:spcPts val="0"/>
              </a:spcBef>
              <a:spcAft>
                <a:spcPts val="0"/>
              </a:spcAft>
              <a:buClr>
                <a:schemeClr val="lt1"/>
              </a:buClr>
              <a:buSzPts val="1400"/>
              <a:buFont typeface="Poppins"/>
              <a:buNone/>
              <a:defRPr>
                <a:solidFill>
                  <a:schemeClr val="lt1"/>
                </a:solidFill>
              </a:defRPr>
            </a:lvl2pPr>
            <a:lvl3pPr lvl="2" algn="l">
              <a:lnSpc>
                <a:spcPct val="115000"/>
              </a:lnSpc>
              <a:spcBef>
                <a:spcPts val="0"/>
              </a:spcBef>
              <a:spcAft>
                <a:spcPts val="0"/>
              </a:spcAft>
              <a:buClr>
                <a:schemeClr val="lt1"/>
              </a:buClr>
              <a:buSzPts val="1400"/>
              <a:buFont typeface="Poppins"/>
              <a:buNone/>
              <a:defRPr>
                <a:solidFill>
                  <a:schemeClr val="lt1"/>
                </a:solidFill>
              </a:defRPr>
            </a:lvl3pPr>
            <a:lvl4pPr lvl="3" algn="l">
              <a:lnSpc>
                <a:spcPct val="115000"/>
              </a:lnSpc>
              <a:spcBef>
                <a:spcPts val="0"/>
              </a:spcBef>
              <a:spcAft>
                <a:spcPts val="0"/>
              </a:spcAft>
              <a:buClr>
                <a:schemeClr val="lt1"/>
              </a:buClr>
              <a:buSzPts val="1400"/>
              <a:buFont typeface="Poppins"/>
              <a:buNone/>
              <a:defRPr>
                <a:solidFill>
                  <a:schemeClr val="lt1"/>
                </a:solidFill>
              </a:defRPr>
            </a:lvl4pPr>
            <a:lvl5pPr lvl="4" algn="l">
              <a:lnSpc>
                <a:spcPct val="115000"/>
              </a:lnSpc>
              <a:spcBef>
                <a:spcPts val="0"/>
              </a:spcBef>
              <a:spcAft>
                <a:spcPts val="0"/>
              </a:spcAft>
              <a:buClr>
                <a:schemeClr val="lt1"/>
              </a:buClr>
              <a:buSzPts val="1400"/>
              <a:buFont typeface="Poppins"/>
              <a:buNone/>
              <a:defRPr>
                <a:solidFill>
                  <a:schemeClr val="lt1"/>
                </a:solidFill>
              </a:defRPr>
            </a:lvl5pPr>
            <a:lvl6pPr lvl="5" algn="l">
              <a:lnSpc>
                <a:spcPct val="115000"/>
              </a:lnSpc>
              <a:spcBef>
                <a:spcPts val="0"/>
              </a:spcBef>
              <a:spcAft>
                <a:spcPts val="0"/>
              </a:spcAft>
              <a:buClr>
                <a:schemeClr val="lt1"/>
              </a:buClr>
              <a:buSzPts val="1400"/>
              <a:buFont typeface="Poppins"/>
              <a:buNone/>
              <a:defRPr>
                <a:solidFill>
                  <a:schemeClr val="lt1"/>
                </a:solidFill>
              </a:defRPr>
            </a:lvl6pPr>
            <a:lvl7pPr lvl="6" algn="l">
              <a:lnSpc>
                <a:spcPct val="115000"/>
              </a:lnSpc>
              <a:spcBef>
                <a:spcPts val="0"/>
              </a:spcBef>
              <a:spcAft>
                <a:spcPts val="0"/>
              </a:spcAft>
              <a:buClr>
                <a:schemeClr val="lt1"/>
              </a:buClr>
              <a:buSzPts val="1400"/>
              <a:buFont typeface="Poppins"/>
              <a:buNone/>
              <a:defRPr>
                <a:solidFill>
                  <a:schemeClr val="lt1"/>
                </a:solidFill>
              </a:defRPr>
            </a:lvl7pPr>
            <a:lvl8pPr lvl="7" algn="l">
              <a:lnSpc>
                <a:spcPct val="115000"/>
              </a:lnSpc>
              <a:spcBef>
                <a:spcPts val="0"/>
              </a:spcBef>
              <a:spcAft>
                <a:spcPts val="0"/>
              </a:spcAft>
              <a:buClr>
                <a:schemeClr val="lt1"/>
              </a:buClr>
              <a:buSzPts val="1400"/>
              <a:buFont typeface="Poppins"/>
              <a:buNone/>
              <a:defRPr>
                <a:solidFill>
                  <a:schemeClr val="lt1"/>
                </a:solidFill>
              </a:defRPr>
            </a:lvl8pPr>
            <a:lvl9pPr lvl="8" algn="l">
              <a:lnSpc>
                <a:spcPct val="115000"/>
              </a:lnSpc>
              <a:spcBef>
                <a:spcPts val="0"/>
              </a:spcBef>
              <a:spcAft>
                <a:spcPts val="0"/>
              </a:spcAft>
              <a:buClr>
                <a:schemeClr val="lt1"/>
              </a:buClr>
              <a:buSzPts val="1400"/>
              <a:buFont typeface="Poppins"/>
              <a:buNone/>
              <a:defRPr>
                <a:solidFill>
                  <a:schemeClr val="lt1"/>
                </a:solidFill>
              </a:defRPr>
            </a:lvl9pPr>
          </a:lstStyle>
          <a:p/>
        </p:txBody>
      </p:sp>
      <p:sp>
        <p:nvSpPr>
          <p:cNvPr id="310" name="Google Shape;310;p32"/>
          <p:cNvSpPr txBox="1"/>
          <p:nvPr>
            <p:ph idx="13" type="subTitle"/>
          </p:nvPr>
        </p:nvSpPr>
        <p:spPr>
          <a:xfrm>
            <a:off x="2672800" y="1295400"/>
            <a:ext cx="2538300" cy="351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a:lvl1pPr>
            <a:lvl2pPr lvl="1" algn="l">
              <a:lnSpc>
                <a:spcPct val="115000"/>
              </a:lnSpc>
              <a:spcBef>
                <a:spcPts val="0"/>
              </a:spcBef>
              <a:spcAft>
                <a:spcPts val="0"/>
              </a:spcAft>
              <a:buClr>
                <a:schemeClr val="lt1"/>
              </a:buClr>
              <a:buSzPts val="1400"/>
              <a:buFont typeface="Poppins"/>
              <a:buNone/>
              <a:defRPr>
                <a:solidFill>
                  <a:schemeClr val="lt1"/>
                </a:solidFill>
              </a:defRPr>
            </a:lvl2pPr>
            <a:lvl3pPr lvl="2" algn="l">
              <a:lnSpc>
                <a:spcPct val="115000"/>
              </a:lnSpc>
              <a:spcBef>
                <a:spcPts val="0"/>
              </a:spcBef>
              <a:spcAft>
                <a:spcPts val="0"/>
              </a:spcAft>
              <a:buClr>
                <a:schemeClr val="lt1"/>
              </a:buClr>
              <a:buSzPts val="1400"/>
              <a:buFont typeface="Poppins"/>
              <a:buNone/>
              <a:defRPr>
                <a:solidFill>
                  <a:schemeClr val="lt1"/>
                </a:solidFill>
              </a:defRPr>
            </a:lvl3pPr>
            <a:lvl4pPr lvl="3" algn="l">
              <a:lnSpc>
                <a:spcPct val="115000"/>
              </a:lnSpc>
              <a:spcBef>
                <a:spcPts val="0"/>
              </a:spcBef>
              <a:spcAft>
                <a:spcPts val="0"/>
              </a:spcAft>
              <a:buClr>
                <a:schemeClr val="lt1"/>
              </a:buClr>
              <a:buSzPts val="1400"/>
              <a:buFont typeface="Poppins"/>
              <a:buNone/>
              <a:defRPr>
                <a:solidFill>
                  <a:schemeClr val="lt1"/>
                </a:solidFill>
              </a:defRPr>
            </a:lvl4pPr>
            <a:lvl5pPr lvl="4" algn="l">
              <a:lnSpc>
                <a:spcPct val="115000"/>
              </a:lnSpc>
              <a:spcBef>
                <a:spcPts val="0"/>
              </a:spcBef>
              <a:spcAft>
                <a:spcPts val="0"/>
              </a:spcAft>
              <a:buClr>
                <a:schemeClr val="lt1"/>
              </a:buClr>
              <a:buSzPts val="1400"/>
              <a:buFont typeface="Poppins"/>
              <a:buNone/>
              <a:defRPr>
                <a:solidFill>
                  <a:schemeClr val="lt1"/>
                </a:solidFill>
              </a:defRPr>
            </a:lvl5pPr>
            <a:lvl6pPr lvl="5" algn="l">
              <a:lnSpc>
                <a:spcPct val="115000"/>
              </a:lnSpc>
              <a:spcBef>
                <a:spcPts val="0"/>
              </a:spcBef>
              <a:spcAft>
                <a:spcPts val="0"/>
              </a:spcAft>
              <a:buClr>
                <a:schemeClr val="lt1"/>
              </a:buClr>
              <a:buSzPts val="1400"/>
              <a:buFont typeface="Poppins"/>
              <a:buNone/>
              <a:defRPr>
                <a:solidFill>
                  <a:schemeClr val="lt1"/>
                </a:solidFill>
              </a:defRPr>
            </a:lvl6pPr>
            <a:lvl7pPr lvl="6" algn="l">
              <a:lnSpc>
                <a:spcPct val="115000"/>
              </a:lnSpc>
              <a:spcBef>
                <a:spcPts val="0"/>
              </a:spcBef>
              <a:spcAft>
                <a:spcPts val="0"/>
              </a:spcAft>
              <a:buClr>
                <a:schemeClr val="lt1"/>
              </a:buClr>
              <a:buSzPts val="1400"/>
              <a:buFont typeface="Poppins"/>
              <a:buNone/>
              <a:defRPr>
                <a:solidFill>
                  <a:schemeClr val="lt1"/>
                </a:solidFill>
              </a:defRPr>
            </a:lvl7pPr>
            <a:lvl8pPr lvl="7" algn="l">
              <a:lnSpc>
                <a:spcPct val="115000"/>
              </a:lnSpc>
              <a:spcBef>
                <a:spcPts val="0"/>
              </a:spcBef>
              <a:spcAft>
                <a:spcPts val="0"/>
              </a:spcAft>
              <a:buClr>
                <a:schemeClr val="lt1"/>
              </a:buClr>
              <a:buSzPts val="1400"/>
              <a:buFont typeface="Poppins"/>
              <a:buNone/>
              <a:defRPr>
                <a:solidFill>
                  <a:schemeClr val="lt1"/>
                </a:solidFill>
              </a:defRPr>
            </a:lvl8pPr>
            <a:lvl9pPr lvl="8" algn="l">
              <a:lnSpc>
                <a:spcPct val="115000"/>
              </a:lnSpc>
              <a:spcBef>
                <a:spcPts val="0"/>
              </a:spcBef>
              <a:spcAft>
                <a:spcPts val="0"/>
              </a:spcAft>
              <a:buClr>
                <a:schemeClr val="lt1"/>
              </a:buClr>
              <a:buSzPts val="1400"/>
              <a:buFont typeface="Poppins"/>
              <a:buNone/>
              <a:defRPr>
                <a:solidFill>
                  <a:schemeClr val="lt1"/>
                </a:solidFill>
              </a:defRPr>
            </a:lvl9pPr>
          </a:lstStyle>
          <a:p/>
        </p:txBody>
      </p:sp>
      <p:sp>
        <p:nvSpPr>
          <p:cNvPr id="311" name="Google Shape;311;p32"/>
          <p:cNvSpPr txBox="1"/>
          <p:nvPr>
            <p:ph idx="14" type="subTitle"/>
          </p:nvPr>
        </p:nvSpPr>
        <p:spPr>
          <a:xfrm>
            <a:off x="2672800" y="2577000"/>
            <a:ext cx="2538300" cy="351600"/>
          </a:xfrm>
          <a:prstGeom prst="rect">
            <a:avLst/>
          </a:prstGeom>
          <a:noFill/>
          <a:ln>
            <a:noFill/>
          </a:ln>
        </p:spPr>
        <p:txBody>
          <a:bodyPr anchorCtr="0" anchor="t" bIns="0"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b="1"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312" name="Google Shape;312;p32"/>
          <p:cNvSpPr txBox="1"/>
          <p:nvPr>
            <p:ph idx="15" type="subTitle"/>
          </p:nvPr>
        </p:nvSpPr>
        <p:spPr>
          <a:xfrm>
            <a:off x="130150" y="2577000"/>
            <a:ext cx="2538300" cy="351600"/>
          </a:xfrm>
          <a:prstGeom prst="rect">
            <a:avLst/>
          </a:prstGeom>
          <a:noFill/>
          <a:ln>
            <a:noFill/>
          </a:ln>
        </p:spPr>
        <p:txBody>
          <a:bodyPr anchorCtr="0" anchor="t" bIns="0"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b="1"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313" name="Google Shape;313;p32"/>
          <p:cNvSpPr txBox="1"/>
          <p:nvPr>
            <p:ph idx="16" type="subTitle"/>
          </p:nvPr>
        </p:nvSpPr>
        <p:spPr>
          <a:xfrm>
            <a:off x="5211100" y="2577000"/>
            <a:ext cx="2538300" cy="351600"/>
          </a:xfrm>
          <a:prstGeom prst="rect">
            <a:avLst/>
          </a:prstGeom>
          <a:noFill/>
          <a:ln>
            <a:noFill/>
          </a:ln>
        </p:spPr>
        <p:txBody>
          <a:bodyPr anchorCtr="0" anchor="t" bIns="0"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b="1"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314" name="Google Shape;314;p32"/>
          <p:cNvSpPr txBox="1"/>
          <p:nvPr>
            <p:ph idx="17" type="subTitle"/>
          </p:nvPr>
        </p:nvSpPr>
        <p:spPr>
          <a:xfrm>
            <a:off x="139700" y="3858600"/>
            <a:ext cx="2538300" cy="277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315" name="Google Shape;315;p32"/>
          <p:cNvSpPr txBox="1"/>
          <p:nvPr>
            <p:ph idx="18" type="subTitle"/>
          </p:nvPr>
        </p:nvSpPr>
        <p:spPr>
          <a:xfrm>
            <a:off x="139700" y="4301624"/>
            <a:ext cx="2538300" cy="277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316" name="Google Shape;316;p32"/>
          <p:cNvSpPr txBox="1"/>
          <p:nvPr>
            <p:ph idx="19" type="subTitle"/>
          </p:nvPr>
        </p:nvSpPr>
        <p:spPr>
          <a:xfrm>
            <a:off x="5220250" y="3858600"/>
            <a:ext cx="2538300" cy="277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317" name="Google Shape;317;p32"/>
          <p:cNvSpPr txBox="1"/>
          <p:nvPr>
            <p:ph idx="20" type="subTitle"/>
          </p:nvPr>
        </p:nvSpPr>
        <p:spPr>
          <a:xfrm>
            <a:off x="5220250" y="4301624"/>
            <a:ext cx="2538300" cy="277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1">
  <p:cSld name="CUSTOM_11">
    <p:spTree>
      <p:nvGrpSpPr>
        <p:cNvPr id="318" name="Shape 318"/>
        <p:cNvGrpSpPr/>
        <p:nvPr/>
      </p:nvGrpSpPr>
      <p:grpSpPr>
        <a:xfrm>
          <a:off x="0" y="0"/>
          <a:ext cx="0" cy="0"/>
          <a:chOff x="0" y="0"/>
          <a:chExt cx="0" cy="0"/>
        </a:xfrm>
      </p:grpSpPr>
      <p:sp>
        <p:nvSpPr>
          <p:cNvPr id="319" name="Google Shape;319;p33"/>
          <p:cNvSpPr txBox="1"/>
          <p:nvPr>
            <p:ph idx="1" type="body"/>
          </p:nvPr>
        </p:nvSpPr>
        <p:spPr>
          <a:xfrm>
            <a:off x="284550" y="2579575"/>
            <a:ext cx="3655500" cy="1288200"/>
          </a:xfrm>
          <a:prstGeom prst="rect">
            <a:avLst/>
          </a:prstGeom>
          <a:noFill/>
          <a:ln>
            <a:noFill/>
          </a:ln>
        </p:spPr>
        <p:txBody>
          <a:bodyPr anchorCtr="0" anchor="t" bIns="91425" lIns="91425" spcFirstLastPara="1" rIns="91425" wrap="square" tIns="91425">
            <a:noAutofit/>
          </a:bodyPr>
          <a:lstStyle>
            <a:lvl1pPr indent="-292100" lvl="0" marL="457200" algn="l">
              <a:lnSpc>
                <a:spcPct val="150000"/>
              </a:lnSpc>
              <a:spcBef>
                <a:spcPts val="0"/>
              </a:spcBef>
              <a:spcAft>
                <a:spcPts val="0"/>
              </a:spcAft>
              <a:buClr>
                <a:schemeClr val="lt1"/>
              </a:buClr>
              <a:buSzPts val="1000"/>
              <a:buFont typeface="Instrument Sans"/>
              <a:buChar char="●"/>
              <a:defRPr/>
            </a:lvl1pPr>
            <a:lvl2pPr indent="-292100" lvl="1" marL="914400" algn="l">
              <a:lnSpc>
                <a:spcPct val="150000"/>
              </a:lnSpc>
              <a:spcBef>
                <a:spcPts val="0"/>
              </a:spcBef>
              <a:spcAft>
                <a:spcPts val="0"/>
              </a:spcAft>
              <a:buClr>
                <a:schemeClr val="lt1"/>
              </a:buClr>
              <a:buSzPts val="1000"/>
              <a:buFont typeface="Instrument Sans"/>
              <a:buChar char="○"/>
              <a:defRPr/>
            </a:lvl2pPr>
            <a:lvl3pPr indent="-292100" lvl="2" marL="1371600" algn="l">
              <a:lnSpc>
                <a:spcPct val="150000"/>
              </a:lnSpc>
              <a:spcBef>
                <a:spcPts val="0"/>
              </a:spcBef>
              <a:spcAft>
                <a:spcPts val="0"/>
              </a:spcAft>
              <a:buClr>
                <a:schemeClr val="lt1"/>
              </a:buClr>
              <a:buSzPts val="1000"/>
              <a:buFont typeface="Instrument Sans"/>
              <a:buChar char="■"/>
              <a:defRPr/>
            </a:lvl3pPr>
            <a:lvl4pPr indent="-292100" lvl="3" marL="1828800" algn="l">
              <a:lnSpc>
                <a:spcPct val="150000"/>
              </a:lnSpc>
              <a:spcBef>
                <a:spcPts val="0"/>
              </a:spcBef>
              <a:spcAft>
                <a:spcPts val="0"/>
              </a:spcAft>
              <a:buClr>
                <a:schemeClr val="lt1"/>
              </a:buClr>
              <a:buSzPts val="1000"/>
              <a:buFont typeface="Instrument Sans"/>
              <a:buChar char="●"/>
              <a:defRPr/>
            </a:lvl4pPr>
            <a:lvl5pPr indent="-292100" lvl="4" marL="2286000" algn="l">
              <a:lnSpc>
                <a:spcPct val="150000"/>
              </a:lnSpc>
              <a:spcBef>
                <a:spcPts val="0"/>
              </a:spcBef>
              <a:spcAft>
                <a:spcPts val="0"/>
              </a:spcAft>
              <a:buClr>
                <a:schemeClr val="lt1"/>
              </a:buClr>
              <a:buSzPts val="1000"/>
              <a:buFont typeface="Instrument Sans"/>
              <a:buChar char="○"/>
              <a:defRPr/>
            </a:lvl5pPr>
            <a:lvl6pPr indent="-292100" lvl="5" marL="2743200" algn="l">
              <a:lnSpc>
                <a:spcPct val="150000"/>
              </a:lnSpc>
              <a:spcBef>
                <a:spcPts val="0"/>
              </a:spcBef>
              <a:spcAft>
                <a:spcPts val="0"/>
              </a:spcAft>
              <a:buClr>
                <a:schemeClr val="lt1"/>
              </a:buClr>
              <a:buSzPts val="1000"/>
              <a:buFont typeface="Instrument Sans"/>
              <a:buChar char="■"/>
              <a:defRPr/>
            </a:lvl6pPr>
            <a:lvl7pPr indent="-292100" lvl="6" marL="3200400" algn="l">
              <a:lnSpc>
                <a:spcPct val="150000"/>
              </a:lnSpc>
              <a:spcBef>
                <a:spcPts val="0"/>
              </a:spcBef>
              <a:spcAft>
                <a:spcPts val="0"/>
              </a:spcAft>
              <a:buClr>
                <a:schemeClr val="lt1"/>
              </a:buClr>
              <a:buSzPts val="1000"/>
              <a:buFont typeface="Instrument Sans"/>
              <a:buChar char="●"/>
              <a:defRPr/>
            </a:lvl7pPr>
            <a:lvl8pPr indent="-292100" lvl="7" marL="3657600" algn="l">
              <a:lnSpc>
                <a:spcPct val="150000"/>
              </a:lnSpc>
              <a:spcBef>
                <a:spcPts val="0"/>
              </a:spcBef>
              <a:spcAft>
                <a:spcPts val="0"/>
              </a:spcAft>
              <a:buClr>
                <a:schemeClr val="lt1"/>
              </a:buClr>
              <a:buSzPts val="1000"/>
              <a:buFont typeface="Instrument Sans"/>
              <a:buChar char="○"/>
              <a:defRPr/>
            </a:lvl8pPr>
            <a:lvl9pPr indent="-292100" lvl="8" marL="4114800" algn="l">
              <a:lnSpc>
                <a:spcPct val="150000"/>
              </a:lnSpc>
              <a:spcBef>
                <a:spcPts val="0"/>
              </a:spcBef>
              <a:spcAft>
                <a:spcPts val="0"/>
              </a:spcAft>
              <a:buClr>
                <a:schemeClr val="lt1"/>
              </a:buClr>
              <a:buSzPts val="1000"/>
              <a:buFont typeface="Instrument Sans"/>
              <a:buChar char="■"/>
              <a:defRPr/>
            </a:lvl9pPr>
          </a:lstStyle>
          <a:p/>
        </p:txBody>
      </p:sp>
      <p:sp>
        <p:nvSpPr>
          <p:cNvPr id="320" name="Google Shape;320;p33"/>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21" name="Google Shape;321;p33"/>
          <p:cNvSpPr txBox="1"/>
          <p:nvPr>
            <p:ph type="title"/>
          </p:nvPr>
        </p:nvSpPr>
        <p:spPr>
          <a:xfrm>
            <a:off x="139700" y="228600"/>
            <a:ext cx="5079300" cy="10626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9pPr>
          </a:lstStyle>
          <a:p/>
        </p:txBody>
      </p:sp>
      <p:grpSp>
        <p:nvGrpSpPr>
          <p:cNvPr id="322" name="Google Shape;322;p33"/>
          <p:cNvGrpSpPr/>
          <p:nvPr/>
        </p:nvGrpSpPr>
        <p:grpSpPr>
          <a:xfrm>
            <a:off x="128875" y="-3665"/>
            <a:ext cx="8896225" cy="5148365"/>
            <a:chOff x="128875" y="-3665"/>
            <a:chExt cx="8896225" cy="5148365"/>
          </a:xfrm>
        </p:grpSpPr>
        <p:cxnSp>
          <p:nvCxnSpPr>
            <p:cNvPr id="323" name="Google Shape;323;p33"/>
            <p:cNvCxnSpPr/>
            <p:nvPr/>
          </p:nvCxnSpPr>
          <p:spPr>
            <a:xfrm>
              <a:off x="5212100" y="-3665"/>
              <a:ext cx="0" cy="5143500"/>
            </a:xfrm>
            <a:prstGeom prst="straightConnector1">
              <a:avLst/>
            </a:prstGeom>
            <a:noFill/>
            <a:ln cap="flat" cmpd="sng" w="9525">
              <a:solidFill>
                <a:schemeClr val="dk2"/>
              </a:solidFill>
              <a:prstDash val="solid"/>
              <a:round/>
              <a:headEnd len="sm" w="sm" type="none"/>
              <a:tailEnd len="sm" w="sm" type="none"/>
            </a:ln>
          </p:spPr>
        </p:cxnSp>
        <p:cxnSp>
          <p:nvCxnSpPr>
            <p:cNvPr id="324" name="Google Shape;324;p33"/>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cxnSp>
          <p:nvCxnSpPr>
            <p:cNvPr id="325" name="Google Shape;325;p33"/>
            <p:cNvCxnSpPr/>
            <p:nvPr/>
          </p:nvCxnSpPr>
          <p:spPr>
            <a:xfrm>
              <a:off x="7752125" y="1069"/>
              <a:ext cx="0" cy="5143500"/>
            </a:xfrm>
            <a:prstGeom prst="straightConnector1">
              <a:avLst/>
            </a:prstGeom>
            <a:noFill/>
            <a:ln cap="flat" cmpd="sng" w="9525">
              <a:solidFill>
                <a:schemeClr val="dk2"/>
              </a:solidFill>
              <a:prstDash val="solid"/>
              <a:round/>
              <a:headEnd len="sm" w="sm" type="none"/>
              <a:tailEnd len="sm" w="sm" type="none"/>
            </a:ln>
          </p:spPr>
        </p:cxnSp>
        <p:cxnSp>
          <p:nvCxnSpPr>
            <p:cNvPr id="326" name="Google Shape;326;p33"/>
            <p:cNvCxnSpPr/>
            <p:nvPr/>
          </p:nvCxnSpPr>
          <p:spPr>
            <a:xfrm>
              <a:off x="5212100" y="223225"/>
              <a:ext cx="3813000" cy="0"/>
            </a:xfrm>
            <a:prstGeom prst="straightConnector1">
              <a:avLst/>
            </a:prstGeom>
            <a:noFill/>
            <a:ln cap="flat" cmpd="sng" w="9525">
              <a:solidFill>
                <a:schemeClr val="dk2"/>
              </a:solidFill>
              <a:prstDash val="solid"/>
              <a:round/>
              <a:headEnd len="sm" w="sm" type="none"/>
              <a:tailEnd len="sm" w="sm" type="none"/>
            </a:ln>
          </p:spPr>
        </p:cxnSp>
        <p:cxnSp>
          <p:nvCxnSpPr>
            <p:cNvPr id="327" name="Google Shape;327;p33"/>
            <p:cNvCxnSpPr/>
            <p:nvPr/>
          </p:nvCxnSpPr>
          <p:spPr>
            <a:xfrm>
              <a:off x="5210175" y="3867775"/>
              <a:ext cx="3813000" cy="0"/>
            </a:xfrm>
            <a:prstGeom prst="straightConnector1">
              <a:avLst/>
            </a:prstGeom>
            <a:noFill/>
            <a:ln cap="flat" cmpd="sng" w="9525">
              <a:solidFill>
                <a:schemeClr val="dk2"/>
              </a:solidFill>
              <a:prstDash val="solid"/>
              <a:round/>
              <a:headEnd len="sm" w="sm" type="none"/>
              <a:tailEnd len="sm" w="sm" type="none"/>
            </a:ln>
          </p:spPr>
        </p:cxnSp>
        <p:cxnSp>
          <p:nvCxnSpPr>
            <p:cNvPr id="328" name="Google Shape;328;p33"/>
            <p:cNvCxnSpPr/>
            <p:nvPr/>
          </p:nvCxnSpPr>
          <p:spPr>
            <a:xfrm>
              <a:off x="5212100" y="2579575"/>
              <a:ext cx="3813000" cy="0"/>
            </a:xfrm>
            <a:prstGeom prst="straightConnector1">
              <a:avLst/>
            </a:prstGeom>
            <a:noFill/>
            <a:ln cap="flat" cmpd="sng" w="9525">
              <a:solidFill>
                <a:schemeClr val="dk2"/>
              </a:solidFill>
              <a:prstDash val="solid"/>
              <a:round/>
              <a:headEnd len="sm" w="sm" type="none"/>
              <a:tailEnd len="sm" w="sm" type="none"/>
            </a:ln>
          </p:spPr>
        </p:cxnSp>
        <p:cxnSp>
          <p:nvCxnSpPr>
            <p:cNvPr id="329" name="Google Shape;329;p33"/>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grpSp>
      <p:sp>
        <p:nvSpPr>
          <p:cNvPr id="330" name="Google Shape;330;p33"/>
          <p:cNvSpPr txBox="1"/>
          <p:nvPr>
            <p:ph idx="2" type="subTitle"/>
          </p:nvPr>
        </p:nvSpPr>
        <p:spPr>
          <a:xfrm>
            <a:off x="284550" y="1291424"/>
            <a:ext cx="3655500" cy="1209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Instrument Sans"/>
              <a:buNone/>
              <a:defRPr>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331" name="Google Shape;331;p33"/>
          <p:cNvSpPr/>
          <p:nvPr>
            <p:ph idx="3" type="pic"/>
          </p:nvPr>
        </p:nvSpPr>
        <p:spPr>
          <a:xfrm>
            <a:off x="5219000" y="228600"/>
            <a:ext cx="2528400" cy="2346900"/>
          </a:xfrm>
          <a:prstGeom prst="rect">
            <a:avLst/>
          </a:prstGeom>
          <a:noFill/>
          <a:ln>
            <a:noFill/>
          </a:ln>
        </p:spPr>
      </p:sp>
      <p:sp>
        <p:nvSpPr>
          <p:cNvPr id="332" name="Google Shape;332;p33"/>
          <p:cNvSpPr/>
          <p:nvPr>
            <p:ph idx="4" type="pic"/>
          </p:nvPr>
        </p:nvSpPr>
        <p:spPr>
          <a:xfrm>
            <a:off x="7757025" y="2584925"/>
            <a:ext cx="1261500" cy="12792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_12">
    <p:spTree>
      <p:nvGrpSpPr>
        <p:cNvPr id="333" name="Shape 333"/>
        <p:cNvGrpSpPr/>
        <p:nvPr/>
      </p:nvGrpSpPr>
      <p:grpSpPr>
        <a:xfrm>
          <a:off x="0" y="0"/>
          <a:ext cx="0" cy="0"/>
          <a:chOff x="0" y="0"/>
          <a:chExt cx="0" cy="0"/>
        </a:xfrm>
      </p:grpSpPr>
      <p:pic>
        <p:nvPicPr>
          <p:cNvPr id="334" name="Google Shape;334;p34"/>
          <p:cNvPicPr preferRelativeResize="0"/>
          <p:nvPr/>
        </p:nvPicPr>
        <p:blipFill rotWithShape="1">
          <a:blip r:embed="rId2">
            <a:alphaModFix/>
          </a:blip>
          <a:srcRect b="0" l="0" r="0" t="0"/>
          <a:stretch/>
        </p:blipFill>
        <p:spPr>
          <a:xfrm rot="10800000">
            <a:off x="6802699" y="3851249"/>
            <a:ext cx="1292251" cy="1292251"/>
          </a:xfrm>
          <a:prstGeom prst="rect">
            <a:avLst/>
          </a:prstGeom>
          <a:noFill/>
          <a:ln>
            <a:noFill/>
          </a:ln>
        </p:spPr>
      </p:pic>
      <p:sp>
        <p:nvSpPr>
          <p:cNvPr id="335" name="Google Shape;335;p34"/>
          <p:cNvSpPr txBox="1"/>
          <p:nvPr>
            <p:ph idx="1" type="subTitle"/>
          </p:nvPr>
        </p:nvSpPr>
        <p:spPr>
          <a:xfrm>
            <a:off x="5372900" y="4200925"/>
            <a:ext cx="1429800" cy="303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336" name="Google Shape;336;p34"/>
          <p:cNvSpPr txBox="1"/>
          <p:nvPr>
            <p:ph idx="2" type="subTitle"/>
          </p:nvPr>
        </p:nvSpPr>
        <p:spPr>
          <a:xfrm>
            <a:off x="5372900" y="4504718"/>
            <a:ext cx="1429800" cy="513000"/>
          </a:xfrm>
          <a:prstGeom prst="rect">
            <a:avLst/>
          </a:prstGeom>
          <a:noFill/>
          <a:ln>
            <a:noFill/>
          </a:ln>
        </p:spPr>
        <p:txBody>
          <a:bodyPr anchorCtr="0" anchor="t" bIns="91425" lIns="91425" spcFirstLastPara="1" rIns="91425" wrap="square" tIns="0">
            <a:noAutofit/>
          </a:bodyPr>
          <a:lstStyle>
            <a:lvl1pPr lvl="0" algn="l">
              <a:lnSpc>
                <a:spcPct val="115000"/>
              </a:lnSpc>
              <a:spcBef>
                <a:spcPts val="0"/>
              </a:spcBef>
              <a:spcAft>
                <a:spcPts val="0"/>
              </a:spcAft>
              <a:buSzPts val="1000"/>
              <a:buNone/>
              <a:defRPr sz="1000">
                <a:solidFill>
                  <a:schemeClr val="lt2"/>
                </a:solidFill>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337" name="Google Shape;337;p34"/>
          <p:cNvSpPr txBox="1"/>
          <p:nvPr>
            <p:ph idx="3" type="subTitle"/>
          </p:nvPr>
        </p:nvSpPr>
        <p:spPr>
          <a:xfrm>
            <a:off x="5372900" y="1708550"/>
            <a:ext cx="1597500" cy="331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b="1">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338" name="Google Shape;338;p34"/>
          <p:cNvSpPr txBox="1"/>
          <p:nvPr>
            <p:ph idx="4" type="subTitle"/>
          </p:nvPr>
        </p:nvSpPr>
        <p:spPr>
          <a:xfrm>
            <a:off x="5372900" y="2060150"/>
            <a:ext cx="1597500" cy="1017300"/>
          </a:xfrm>
          <a:prstGeom prst="rect">
            <a:avLst/>
          </a:prstGeom>
          <a:noFill/>
          <a:ln>
            <a:noFill/>
          </a:ln>
        </p:spPr>
        <p:txBody>
          <a:bodyPr anchorCtr="0" anchor="t" bIns="91425" lIns="91425" spcFirstLastPara="1" rIns="91425" wrap="square" tIns="0">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1000"/>
              </a:spcBef>
              <a:spcAft>
                <a:spcPts val="0"/>
              </a:spcAft>
              <a:buClr>
                <a:schemeClr val="lt1"/>
              </a:buClr>
              <a:buSzPts val="1400"/>
              <a:buNone/>
              <a:defRPr>
                <a:solidFill>
                  <a:schemeClr val="lt1"/>
                </a:solidFill>
              </a:defRPr>
            </a:lvl2pPr>
            <a:lvl3pPr lvl="2" algn="l">
              <a:lnSpc>
                <a:spcPct val="115000"/>
              </a:lnSpc>
              <a:spcBef>
                <a:spcPts val="1000"/>
              </a:spcBef>
              <a:spcAft>
                <a:spcPts val="0"/>
              </a:spcAft>
              <a:buClr>
                <a:schemeClr val="lt1"/>
              </a:buClr>
              <a:buSzPts val="1400"/>
              <a:buNone/>
              <a:defRPr>
                <a:solidFill>
                  <a:schemeClr val="lt1"/>
                </a:solidFill>
              </a:defRPr>
            </a:lvl3pPr>
            <a:lvl4pPr lvl="3" algn="l">
              <a:lnSpc>
                <a:spcPct val="115000"/>
              </a:lnSpc>
              <a:spcBef>
                <a:spcPts val="1000"/>
              </a:spcBef>
              <a:spcAft>
                <a:spcPts val="0"/>
              </a:spcAft>
              <a:buClr>
                <a:schemeClr val="lt1"/>
              </a:buClr>
              <a:buSzPts val="1400"/>
              <a:buNone/>
              <a:defRPr>
                <a:solidFill>
                  <a:schemeClr val="lt1"/>
                </a:solidFill>
              </a:defRPr>
            </a:lvl4pPr>
            <a:lvl5pPr lvl="4" algn="l">
              <a:lnSpc>
                <a:spcPct val="115000"/>
              </a:lnSpc>
              <a:spcBef>
                <a:spcPts val="1000"/>
              </a:spcBef>
              <a:spcAft>
                <a:spcPts val="0"/>
              </a:spcAft>
              <a:buClr>
                <a:schemeClr val="lt1"/>
              </a:buClr>
              <a:buSzPts val="1400"/>
              <a:buNone/>
              <a:defRPr>
                <a:solidFill>
                  <a:schemeClr val="lt1"/>
                </a:solidFill>
              </a:defRPr>
            </a:lvl5pPr>
            <a:lvl6pPr lvl="5" algn="l">
              <a:lnSpc>
                <a:spcPct val="115000"/>
              </a:lnSpc>
              <a:spcBef>
                <a:spcPts val="1000"/>
              </a:spcBef>
              <a:spcAft>
                <a:spcPts val="0"/>
              </a:spcAft>
              <a:buClr>
                <a:schemeClr val="lt1"/>
              </a:buClr>
              <a:buSzPts val="1400"/>
              <a:buNone/>
              <a:defRPr>
                <a:solidFill>
                  <a:schemeClr val="lt1"/>
                </a:solidFill>
              </a:defRPr>
            </a:lvl6pPr>
            <a:lvl7pPr lvl="6" algn="l">
              <a:lnSpc>
                <a:spcPct val="115000"/>
              </a:lnSpc>
              <a:spcBef>
                <a:spcPts val="1000"/>
              </a:spcBef>
              <a:spcAft>
                <a:spcPts val="0"/>
              </a:spcAft>
              <a:buClr>
                <a:schemeClr val="lt1"/>
              </a:buClr>
              <a:buSzPts val="1400"/>
              <a:buNone/>
              <a:defRPr>
                <a:solidFill>
                  <a:schemeClr val="lt1"/>
                </a:solidFill>
              </a:defRPr>
            </a:lvl7pPr>
            <a:lvl8pPr lvl="7" algn="l">
              <a:lnSpc>
                <a:spcPct val="115000"/>
              </a:lnSpc>
              <a:spcBef>
                <a:spcPts val="1000"/>
              </a:spcBef>
              <a:spcAft>
                <a:spcPts val="0"/>
              </a:spcAft>
              <a:buClr>
                <a:schemeClr val="lt1"/>
              </a:buClr>
              <a:buSzPts val="1400"/>
              <a:buNone/>
              <a:defRPr>
                <a:solidFill>
                  <a:schemeClr val="lt1"/>
                </a:solidFill>
              </a:defRPr>
            </a:lvl8pPr>
            <a:lvl9pPr lvl="8" algn="l">
              <a:lnSpc>
                <a:spcPct val="115000"/>
              </a:lnSpc>
              <a:spcBef>
                <a:spcPts val="1000"/>
              </a:spcBef>
              <a:spcAft>
                <a:spcPts val="1000"/>
              </a:spcAft>
              <a:buClr>
                <a:schemeClr val="lt1"/>
              </a:buClr>
              <a:buSzPts val="1400"/>
              <a:buNone/>
              <a:defRPr>
                <a:solidFill>
                  <a:schemeClr val="lt1"/>
                </a:solidFill>
              </a:defRPr>
            </a:lvl9pPr>
          </a:lstStyle>
          <a:p/>
        </p:txBody>
      </p:sp>
      <p:sp>
        <p:nvSpPr>
          <p:cNvPr id="339" name="Google Shape;339;p34"/>
          <p:cNvSpPr txBox="1"/>
          <p:nvPr>
            <p:ph idx="5" type="subTitle"/>
          </p:nvPr>
        </p:nvSpPr>
        <p:spPr>
          <a:xfrm>
            <a:off x="6953375" y="1708550"/>
            <a:ext cx="1597500" cy="331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b="1">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340" name="Google Shape;340;p34"/>
          <p:cNvSpPr txBox="1"/>
          <p:nvPr>
            <p:ph idx="6" type="subTitle"/>
          </p:nvPr>
        </p:nvSpPr>
        <p:spPr>
          <a:xfrm>
            <a:off x="6953375" y="2060150"/>
            <a:ext cx="1597500" cy="1017300"/>
          </a:xfrm>
          <a:prstGeom prst="rect">
            <a:avLst/>
          </a:prstGeom>
          <a:noFill/>
          <a:ln>
            <a:noFill/>
          </a:ln>
        </p:spPr>
        <p:txBody>
          <a:bodyPr anchorCtr="0" anchor="t" bIns="91425" lIns="91425" spcFirstLastPara="1" rIns="91425" wrap="square" tIns="0">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1000"/>
              </a:spcBef>
              <a:spcAft>
                <a:spcPts val="0"/>
              </a:spcAft>
              <a:buClr>
                <a:schemeClr val="lt1"/>
              </a:buClr>
              <a:buSzPts val="1400"/>
              <a:buNone/>
              <a:defRPr>
                <a:solidFill>
                  <a:schemeClr val="lt1"/>
                </a:solidFill>
              </a:defRPr>
            </a:lvl2pPr>
            <a:lvl3pPr lvl="2" algn="l">
              <a:lnSpc>
                <a:spcPct val="115000"/>
              </a:lnSpc>
              <a:spcBef>
                <a:spcPts val="1000"/>
              </a:spcBef>
              <a:spcAft>
                <a:spcPts val="0"/>
              </a:spcAft>
              <a:buClr>
                <a:schemeClr val="lt1"/>
              </a:buClr>
              <a:buSzPts val="1400"/>
              <a:buNone/>
              <a:defRPr>
                <a:solidFill>
                  <a:schemeClr val="lt1"/>
                </a:solidFill>
              </a:defRPr>
            </a:lvl3pPr>
            <a:lvl4pPr lvl="3" algn="l">
              <a:lnSpc>
                <a:spcPct val="115000"/>
              </a:lnSpc>
              <a:spcBef>
                <a:spcPts val="1000"/>
              </a:spcBef>
              <a:spcAft>
                <a:spcPts val="0"/>
              </a:spcAft>
              <a:buClr>
                <a:schemeClr val="lt1"/>
              </a:buClr>
              <a:buSzPts val="1400"/>
              <a:buNone/>
              <a:defRPr>
                <a:solidFill>
                  <a:schemeClr val="lt1"/>
                </a:solidFill>
              </a:defRPr>
            </a:lvl4pPr>
            <a:lvl5pPr lvl="4" algn="l">
              <a:lnSpc>
                <a:spcPct val="115000"/>
              </a:lnSpc>
              <a:spcBef>
                <a:spcPts val="1000"/>
              </a:spcBef>
              <a:spcAft>
                <a:spcPts val="0"/>
              </a:spcAft>
              <a:buClr>
                <a:schemeClr val="lt1"/>
              </a:buClr>
              <a:buSzPts val="1400"/>
              <a:buNone/>
              <a:defRPr>
                <a:solidFill>
                  <a:schemeClr val="lt1"/>
                </a:solidFill>
              </a:defRPr>
            </a:lvl5pPr>
            <a:lvl6pPr lvl="5" algn="l">
              <a:lnSpc>
                <a:spcPct val="115000"/>
              </a:lnSpc>
              <a:spcBef>
                <a:spcPts val="1000"/>
              </a:spcBef>
              <a:spcAft>
                <a:spcPts val="0"/>
              </a:spcAft>
              <a:buClr>
                <a:schemeClr val="lt1"/>
              </a:buClr>
              <a:buSzPts val="1400"/>
              <a:buNone/>
              <a:defRPr>
                <a:solidFill>
                  <a:schemeClr val="lt1"/>
                </a:solidFill>
              </a:defRPr>
            </a:lvl6pPr>
            <a:lvl7pPr lvl="6" algn="l">
              <a:lnSpc>
                <a:spcPct val="115000"/>
              </a:lnSpc>
              <a:spcBef>
                <a:spcPts val="1000"/>
              </a:spcBef>
              <a:spcAft>
                <a:spcPts val="0"/>
              </a:spcAft>
              <a:buClr>
                <a:schemeClr val="lt1"/>
              </a:buClr>
              <a:buSzPts val="1400"/>
              <a:buNone/>
              <a:defRPr>
                <a:solidFill>
                  <a:schemeClr val="lt1"/>
                </a:solidFill>
              </a:defRPr>
            </a:lvl7pPr>
            <a:lvl8pPr lvl="7" algn="l">
              <a:lnSpc>
                <a:spcPct val="115000"/>
              </a:lnSpc>
              <a:spcBef>
                <a:spcPts val="1000"/>
              </a:spcBef>
              <a:spcAft>
                <a:spcPts val="0"/>
              </a:spcAft>
              <a:buClr>
                <a:schemeClr val="lt1"/>
              </a:buClr>
              <a:buSzPts val="1400"/>
              <a:buNone/>
              <a:defRPr>
                <a:solidFill>
                  <a:schemeClr val="lt1"/>
                </a:solidFill>
              </a:defRPr>
            </a:lvl8pPr>
            <a:lvl9pPr lvl="8" algn="l">
              <a:lnSpc>
                <a:spcPct val="115000"/>
              </a:lnSpc>
              <a:spcBef>
                <a:spcPts val="1000"/>
              </a:spcBef>
              <a:spcAft>
                <a:spcPts val="1000"/>
              </a:spcAft>
              <a:buClr>
                <a:schemeClr val="lt1"/>
              </a:buClr>
              <a:buSzPts val="1400"/>
              <a:buNone/>
              <a:defRPr>
                <a:solidFill>
                  <a:schemeClr val="lt1"/>
                </a:solidFill>
              </a:defRPr>
            </a:lvl9pPr>
          </a:lstStyle>
          <a:p/>
        </p:txBody>
      </p:sp>
      <p:cxnSp>
        <p:nvCxnSpPr>
          <p:cNvPr id="341" name="Google Shape;341;p34"/>
          <p:cNvCxnSpPr/>
          <p:nvPr/>
        </p:nvCxnSpPr>
        <p:spPr>
          <a:xfrm>
            <a:off x="9023250" y="0"/>
            <a:ext cx="0" cy="5135400"/>
          </a:xfrm>
          <a:prstGeom prst="straightConnector1">
            <a:avLst/>
          </a:prstGeom>
          <a:noFill/>
          <a:ln cap="flat" cmpd="sng" w="9525">
            <a:solidFill>
              <a:schemeClr val="accent3"/>
            </a:solidFill>
            <a:prstDash val="solid"/>
            <a:round/>
            <a:headEnd len="sm" w="sm" type="none"/>
            <a:tailEnd len="sm" w="sm" type="none"/>
          </a:ln>
        </p:spPr>
      </p:cxnSp>
      <p:cxnSp>
        <p:nvCxnSpPr>
          <p:cNvPr id="342" name="Google Shape;342;p34"/>
          <p:cNvCxnSpPr/>
          <p:nvPr/>
        </p:nvCxnSpPr>
        <p:spPr>
          <a:xfrm>
            <a:off x="118800" y="0"/>
            <a:ext cx="0" cy="5135400"/>
          </a:xfrm>
          <a:prstGeom prst="straightConnector1">
            <a:avLst/>
          </a:prstGeom>
          <a:noFill/>
          <a:ln cap="flat" cmpd="sng" w="9525">
            <a:solidFill>
              <a:schemeClr val="accent3"/>
            </a:solidFill>
            <a:prstDash val="solid"/>
            <a:round/>
            <a:headEnd len="sm" w="sm" type="none"/>
            <a:tailEnd len="sm" w="sm" type="none"/>
          </a:ln>
        </p:spPr>
      </p:cxnSp>
      <p:sp>
        <p:nvSpPr>
          <p:cNvPr id="343" name="Google Shape;343;p34"/>
          <p:cNvSpPr txBox="1"/>
          <p:nvPr>
            <p:ph idx="7" type="subTitle"/>
          </p:nvPr>
        </p:nvSpPr>
        <p:spPr>
          <a:xfrm>
            <a:off x="5372900" y="174200"/>
            <a:ext cx="1597500" cy="331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b="1">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344" name="Google Shape;344;p34"/>
          <p:cNvSpPr txBox="1"/>
          <p:nvPr>
            <p:ph idx="8" type="subTitle"/>
          </p:nvPr>
        </p:nvSpPr>
        <p:spPr>
          <a:xfrm>
            <a:off x="139700" y="1653090"/>
            <a:ext cx="3655500" cy="1209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9pPr>
          </a:lstStyle>
          <a:p/>
        </p:txBody>
      </p:sp>
      <p:sp>
        <p:nvSpPr>
          <p:cNvPr id="345" name="Google Shape;345;p34"/>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46" name="Google Shape;346;p34"/>
          <p:cNvSpPr txBox="1"/>
          <p:nvPr>
            <p:ph type="title"/>
          </p:nvPr>
        </p:nvSpPr>
        <p:spPr>
          <a:xfrm>
            <a:off x="139700" y="228600"/>
            <a:ext cx="5079300" cy="10626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9pPr>
          </a:lstStyle>
          <a:p/>
        </p:txBody>
      </p:sp>
      <p:sp>
        <p:nvSpPr>
          <p:cNvPr id="347" name="Google Shape;347;p34"/>
          <p:cNvSpPr txBox="1"/>
          <p:nvPr>
            <p:ph idx="9" type="subTitle"/>
          </p:nvPr>
        </p:nvSpPr>
        <p:spPr>
          <a:xfrm>
            <a:off x="5372900" y="525800"/>
            <a:ext cx="1597500" cy="513000"/>
          </a:xfrm>
          <a:prstGeom prst="rect">
            <a:avLst/>
          </a:prstGeom>
          <a:noFill/>
          <a:ln>
            <a:noFill/>
          </a:ln>
        </p:spPr>
        <p:txBody>
          <a:bodyPr anchorCtr="0" anchor="t" bIns="91425" lIns="91425" spcFirstLastPara="1" rIns="91425" wrap="square" tIns="0">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1000"/>
              </a:spcBef>
              <a:spcAft>
                <a:spcPts val="0"/>
              </a:spcAft>
              <a:buClr>
                <a:schemeClr val="lt1"/>
              </a:buClr>
              <a:buSzPts val="1400"/>
              <a:buNone/>
              <a:defRPr>
                <a:solidFill>
                  <a:schemeClr val="lt1"/>
                </a:solidFill>
              </a:defRPr>
            </a:lvl2pPr>
            <a:lvl3pPr lvl="2" algn="l">
              <a:lnSpc>
                <a:spcPct val="115000"/>
              </a:lnSpc>
              <a:spcBef>
                <a:spcPts val="1000"/>
              </a:spcBef>
              <a:spcAft>
                <a:spcPts val="0"/>
              </a:spcAft>
              <a:buClr>
                <a:schemeClr val="lt1"/>
              </a:buClr>
              <a:buSzPts val="1400"/>
              <a:buNone/>
              <a:defRPr>
                <a:solidFill>
                  <a:schemeClr val="lt1"/>
                </a:solidFill>
              </a:defRPr>
            </a:lvl3pPr>
            <a:lvl4pPr lvl="3" algn="l">
              <a:lnSpc>
                <a:spcPct val="115000"/>
              </a:lnSpc>
              <a:spcBef>
                <a:spcPts val="1000"/>
              </a:spcBef>
              <a:spcAft>
                <a:spcPts val="0"/>
              </a:spcAft>
              <a:buClr>
                <a:schemeClr val="lt1"/>
              </a:buClr>
              <a:buSzPts val="1400"/>
              <a:buNone/>
              <a:defRPr>
                <a:solidFill>
                  <a:schemeClr val="lt1"/>
                </a:solidFill>
              </a:defRPr>
            </a:lvl4pPr>
            <a:lvl5pPr lvl="4" algn="l">
              <a:lnSpc>
                <a:spcPct val="115000"/>
              </a:lnSpc>
              <a:spcBef>
                <a:spcPts val="1000"/>
              </a:spcBef>
              <a:spcAft>
                <a:spcPts val="0"/>
              </a:spcAft>
              <a:buClr>
                <a:schemeClr val="lt1"/>
              </a:buClr>
              <a:buSzPts val="1400"/>
              <a:buNone/>
              <a:defRPr>
                <a:solidFill>
                  <a:schemeClr val="lt1"/>
                </a:solidFill>
              </a:defRPr>
            </a:lvl5pPr>
            <a:lvl6pPr lvl="5" algn="l">
              <a:lnSpc>
                <a:spcPct val="115000"/>
              </a:lnSpc>
              <a:spcBef>
                <a:spcPts val="1000"/>
              </a:spcBef>
              <a:spcAft>
                <a:spcPts val="0"/>
              </a:spcAft>
              <a:buClr>
                <a:schemeClr val="lt1"/>
              </a:buClr>
              <a:buSzPts val="1400"/>
              <a:buNone/>
              <a:defRPr>
                <a:solidFill>
                  <a:schemeClr val="lt1"/>
                </a:solidFill>
              </a:defRPr>
            </a:lvl6pPr>
            <a:lvl7pPr lvl="6" algn="l">
              <a:lnSpc>
                <a:spcPct val="115000"/>
              </a:lnSpc>
              <a:spcBef>
                <a:spcPts val="1000"/>
              </a:spcBef>
              <a:spcAft>
                <a:spcPts val="0"/>
              </a:spcAft>
              <a:buClr>
                <a:schemeClr val="lt1"/>
              </a:buClr>
              <a:buSzPts val="1400"/>
              <a:buNone/>
              <a:defRPr>
                <a:solidFill>
                  <a:schemeClr val="lt1"/>
                </a:solidFill>
              </a:defRPr>
            </a:lvl7pPr>
            <a:lvl8pPr lvl="7" algn="l">
              <a:lnSpc>
                <a:spcPct val="115000"/>
              </a:lnSpc>
              <a:spcBef>
                <a:spcPts val="1000"/>
              </a:spcBef>
              <a:spcAft>
                <a:spcPts val="0"/>
              </a:spcAft>
              <a:buClr>
                <a:schemeClr val="lt1"/>
              </a:buClr>
              <a:buSzPts val="1400"/>
              <a:buNone/>
              <a:defRPr>
                <a:solidFill>
                  <a:schemeClr val="lt1"/>
                </a:solidFill>
              </a:defRPr>
            </a:lvl8pPr>
            <a:lvl9pPr lvl="8" algn="l">
              <a:lnSpc>
                <a:spcPct val="115000"/>
              </a:lnSpc>
              <a:spcBef>
                <a:spcPts val="1000"/>
              </a:spcBef>
              <a:spcAft>
                <a:spcPts val="1000"/>
              </a:spcAft>
              <a:buClr>
                <a:schemeClr val="lt1"/>
              </a:buClr>
              <a:buSzPts val="1400"/>
              <a:buNone/>
              <a:defRPr>
                <a:solidFill>
                  <a:schemeClr val="lt1"/>
                </a:solidFill>
              </a:defRPr>
            </a:lvl9pPr>
          </a:lstStyle>
          <a:p/>
        </p:txBody>
      </p:sp>
      <p:sp>
        <p:nvSpPr>
          <p:cNvPr id="348" name="Google Shape;348;p34"/>
          <p:cNvSpPr txBox="1"/>
          <p:nvPr>
            <p:ph idx="13" type="subTitle"/>
          </p:nvPr>
        </p:nvSpPr>
        <p:spPr>
          <a:xfrm>
            <a:off x="6953375" y="174200"/>
            <a:ext cx="1597500" cy="331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b="1">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349" name="Google Shape;349;p34"/>
          <p:cNvSpPr txBox="1"/>
          <p:nvPr>
            <p:ph idx="14" type="subTitle"/>
          </p:nvPr>
        </p:nvSpPr>
        <p:spPr>
          <a:xfrm>
            <a:off x="6953375" y="525800"/>
            <a:ext cx="1597500" cy="513000"/>
          </a:xfrm>
          <a:prstGeom prst="rect">
            <a:avLst/>
          </a:prstGeom>
          <a:noFill/>
          <a:ln>
            <a:noFill/>
          </a:ln>
        </p:spPr>
        <p:txBody>
          <a:bodyPr anchorCtr="0" anchor="t" bIns="91425" lIns="91425" spcFirstLastPara="1" rIns="91425" wrap="square" tIns="0">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1000"/>
              </a:spcBef>
              <a:spcAft>
                <a:spcPts val="0"/>
              </a:spcAft>
              <a:buClr>
                <a:schemeClr val="lt1"/>
              </a:buClr>
              <a:buSzPts val="1400"/>
              <a:buNone/>
              <a:defRPr>
                <a:solidFill>
                  <a:schemeClr val="lt1"/>
                </a:solidFill>
              </a:defRPr>
            </a:lvl2pPr>
            <a:lvl3pPr lvl="2" algn="l">
              <a:lnSpc>
                <a:spcPct val="115000"/>
              </a:lnSpc>
              <a:spcBef>
                <a:spcPts val="1000"/>
              </a:spcBef>
              <a:spcAft>
                <a:spcPts val="0"/>
              </a:spcAft>
              <a:buClr>
                <a:schemeClr val="lt1"/>
              </a:buClr>
              <a:buSzPts val="1400"/>
              <a:buNone/>
              <a:defRPr>
                <a:solidFill>
                  <a:schemeClr val="lt1"/>
                </a:solidFill>
              </a:defRPr>
            </a:lvl3pPr>
            <a:lvl4pPr lvl="3" algn="l">
              <a:lnSpc>
                <a:spcPct val="115000"/>
              </a:lnSpc>
              <a:spcBef>
                <a:spcPts val="1000"/>
              </a:spcBef>
              <a:spcAft>
                <a:spcPts val="0"/>
              </a:spcAft>
              <a:buClr>
                <a:schemeClr val="lt1"/>
              </a:buClr>
              <a:buSzPts val="1400"/>
              <a:buNone/>
              <a:defRPr>
                <a:solidFill>
                  <a:schemeClr val="lt1"/>
                </a:solidFill>
              </a:defRPr>
            </a:lvl4pPr>
            <a:lvl5pPr lvl="4" algn="l">
              <a:lnSpc>
                <a:spcPct val="115000"/>
              </a:lnSpc>
              <a:spcBef>
                <a:spcPts val="1000"/>
              </a:spcBef>
              <a:spcAft>
                <a:spcPts val="0"/>
              </a:spcAft>
              <a:buClr>
                <a:schemeClr val="lt1"/>
              </a:buClr>
              <a:buSzPts val="1400"/>
              <a:buNone/>
              <a:defRPr>
                <a:solidFill>
                  <a:schemeClr val="lt1"/>
                </a:solidFill>
              </a:defRPr>
            </a:lvl5pPr>
            <a:lvl6pPr lvl="5" algn="l">
              <a:lnSpc>
                <a:spcPct val="115000"/>
              </a:lnSpc>
              <a:spcBef>
                <a:spcPts val="1000"/>
              </a:spcBef>
              <a:spcAft>
                <a:spcPts val="0"/>
              </a:spcAft>
              <a:buClr>
                <a:schemeClr val="lt1"/>
              </a:buClr>
              <a:buSzPts val="1400"/>
              <a:buNone/>
              <a:defRPr>
                <a:solidFill>
                  <a:schemeClr val="lt1"/>
                </a:solidFill>
              </a:defRPr>
            </a:lvl6pPr>
            <a:lvl7pPr lvl="6" algn="l">
              <a:lnSpc>
                <a:spcPct val="115000"/>
              </a:lnSpc>
              <a:spcBef>
                <a:spcPts val="1000"/>
              </a:spcBef>
              <a:spcAft>
                <a:spcPts val="0"/>
              </a:spcAft>
              <a:buClr>
                <a:schemeClr val="lt1"/>
              </a:buClr>
              <a:buSzPts val="1400"/>
              <a:buNone/>
              <a:defRPr>
                <a:solidFill>
                  <a:schemeClr val="lt1"/>
                </a:solidFill>
              </a:defRPr>
            </a:lvl7pPr>
            <a:lvl8pPr lvl="7" algn="l">
              <a:lnSpc>
                <a:spcPct val="115000"/>
              </a:lnSpc>
              <a:spcBef>
                <a:spcPts val="1000"/>
              </a:spcBef>
              <a:spcAft>
                <a:spcPts val="0"/>
              </a:spcAft>
              <a:buClr>
                <a:schemeClr val="lt1"/>
              </a:buClr>
              <a:buSzPts val="1400"/>
              <a:buNone/>
              <a:defRPr>
                <a:solidFill>
                  <a:schemeClr val="lt1"/>
                </a:solidFill>
              </a:defRPr>
            </a:lvl8pPr>
            <a:lvl9pPr lvl="8" algn="l">
              <a:lnSpc>
                <a:spcPct val="115000"/>
              </a:lnSpc>
              <a:spcBef>
                <a:spcPts val="1000"/>
              </a:spcBef>
              <a:spcAft>
                <a:spcPts val="1000"/>
              </a:spcAft>
              <a:buClr>
                <a:schemeClr val="lt1"/>
              </a:buClr>
              <a:buSzPts val="1400"/>
              <a:buNone/>
              <a:defRPr>
                <a:solidFill>
                  <a:schemeClr val="lt1"/>
                </a:solidFill>
              </a:defRPr>
            </a:lvl9pPr>
          </a:lstStyle>
          <a:p/>
        </p:txBody>
      </p:sp>
      <p:sp>
        <p:nvSpPr>
          <p:cNvPr id="350" name="Google Shape;350;p34"/>
          <p:cNvSpPr txBox="1"/>
          <p:nvPr>
            <p:ph idx="15" type="subTitle"/>
          </p:nvPr>
        </p:nvSpPr>
        <p:spPr>
          <a:xfrm>
            <a:off x="6970400" y="4200925"/>
            <a:ext cx="1429800" cy="303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13">
    <p:spTree>
      <p:nvGrpSpPr>
        <p:cNvPr id="351" name="Shape 351"/>
        <p:cNvGrpSpPr/>
        <p:nvPr/>
      </p:nvGrpSpPr>
      <p:grpSpPr>
        <a:xfrm>
          <a:off x="0" y="0"/>
          <a:ext cx="0" cy="0"/>
          <a:chOff x="0" y="0"/>
          <a:chExt cx="0" cy="0"/>
        </a:xfrm>
      </p:grpSpPr>
      <p:sp>
        <p:nvSpPr>
          <p:cNvPr id="352" name="Google Shape;352;p35"/>
          <p:cNvSpPr/>
          <p:nvPr>
            <p:ph idx="2" type="pic"/>
          </p:nvPr>
        </p:nvSpPr>
        <p:spPr>
          <a:xfrm>
            <a:off x="7754350" y="2584475"/>
            <a:ext cx="1263000" cy="1272600"/>
          </a:xfrm>
          <a:prstGeom prst="rect">
            <a:avLst/>
          </a:prstGeom>
          <a:noFill/>
          <a:ln>
            <a:noFill/>
          </a:ln>
        </p:spPr>
      </p:sp>
      <p:sp>
        <p:nvSpPr>
          <p:cNvPr id="353" name="Google Shape;353;p35"/>
          <p:cNvSpPr/>
          <p:nvPr>
            <p:ph idx="3" type="pic"/>
          </p:nvPr>
        </p:nvSpPr>
        <p:spPr>
          <a:xfrm>
            <a:off x="5212300" y="2584475"/>
            <a:ext cx="1263000" cy="1272600"/>
          </a:xfrm>
          <a:prstGeom prst="rect">
            <a:avLst/>
          </a:prstGeom>
          <a:noFill/>
          <a:ln>
            <a:noFill/>
          </a:ln>
        </p:spPr>
      </p:sp>
      <p:sp>
        <p:nvSpPr>
          <p:cNvPr id="354" name="Google Shape;354;p35"/>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cxnSp>
        <p:nvCxnSpPr>
          <p:cNvPr id="355" name="Google Shape;355;p35"/>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356" name="Google Shape;356;p35"/>
          <p:cNvCxnSpPr/>
          <p:nvPr/>
        </p:nvCxnSpPr>
        <p:spPr>
          <a:xfrm>
            <a:off x="9023250" y="-60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357" name="Google Shape;357;p35"/>
          <p:cNvCxnSpPr/>
          <p:nvPr/>
        </p:nvCxnSpPr>
        <p:spPr>
          <a:xfrm>
            <a:off x="9020977" y="1291063"/>
            <a:ext cx="0" cy="3853200"/>
          </a:xfrm>
          <a:prstGeom prst="straightConnector1">
            <a:avLst/>
          </a:prstGeom>
          <a:noFill/>
          <a:ln cap="flat" cmpd="sng" w="9525">
            <a:solidFill>
              <a:schemeClr val="accent3"/>
            </a:solidFill>
            <a:prstDash val="solid"/>
            <a:round/>
            <a:headEnd len="sm" w="sm" type="none"/>
            <a:tailEnd len="sm" w="sm" type="none"/>
          </a:ln>
        </p:spPr>
      </p:cxnSp>
      <p:cxnSp>
        <p:nvCxnSpPr>
          <p:cNvPr id="358" name="Google Shape;358;p35"/>
          <p:cNvCxnSpPr/>
          <p:nvPr/>
        </p:nvCxnSpPr>
        <p:spPr>
          <a:xfrm>
            <a:off x="128875" y="1291375"/>
            <a:ext cx="8885400" cy="0"/>
          </a:xfrm>
          <a:prstGeom prst="straightConnector1">
            <a:avLst/>
          </a:prstGeom>
          <a:noFill/>
          <a:ln cap="flat" cmpd="sng" w="9525">
            <a:solidFill>
              <a:schemeClr val="accent3"/>
            </a:solidFill>
            <a:prstDash val="solid"/>
            <a:round/>
            <a:headEnd len="sm" w="sm" type="none"/>
            <a:tailEnd len="sm" w="sm" type="none"/>
          </a:ln>
        </p:spPr>
      </p:cxnSp>
      <p:sp>
        <p:nvSpPr>
          <p:cNvPr id="359" name="Google Shape;359;p35"/>
          <p:cNvSpPr txBox="1"/>
          <p:nvPr>
            <p:ph type="title"/>
          </p:nvPr>
        </p:nvSpPr>
        <p:spPr>
          <a:xfrm>
            <a:off x="139700" y="228600"/>
            <a:ext cx="5242500" cy="609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defRPr>
            </a:lvl2pPr>
            <a:lvl3pPr lvl="2" algn="l">
              <a:lnSpc>
                <a:spcPct val="115000"/>
              </a:lnSpc>
              <a:spcBef>
                <a:spcPts val="0"/>
              </a:spcBef>
              <a:spcAft>
                <a:spcPts val="0"/>
              </a:spcAft>
              <a:buClr>
                <a:schemeClr val="lt1"/>
              </a:buClr>
              <a:buSzPts val="2400"/>
              <a:buFont typeface="Poppins"/>
              <a:buNone/>
              <a:defRPr sz="2400">
                <a:solidFill>
                  <a:schemeClr val="lt1"/>
                </a:solidFill>
              </a:defRPr>
            </a:lvl3pPr>
            <a:lvl4pPr lvl="3" algn="l">
              <a:lnSpc>
                <a:spcPct val="115000"/>
              </a:lnSpc>
              <a:spcBef>
                <a:spcPts val="0"/>
              </a:spcBef>
              <a:spcAft>
                <a:spcPts val="0"/>
              </a:spcAft>
              <a:buClr>
                <a:schemeClr val="lt1"/>
              </a:buClr>
              <a:buSzPts val="2400"/>
              <a:buFont typeface="Poppins"/>
              <a:buNone/>
              <a:defRPr sz="2400">
                <a:solidFill>
                  <a:schemeClr val="lt1"/>
                </a:solidFill>
              </a:defRPr>
            </a:lvl4pPr>
            <a:lvl5pPr lvl="4" algn="l">
              <a:lnSpc>
                <a:spcPct val="115000"/>
              </a:lnSpc>
              <a:spcBef>
                <a:spcPts val="0"/>
              </a:spcBef>
              <a:spcAft>
                <a:spcPts val="0"/>
              </a:spcAft>
              <a:buClr>
                <a:schemeClr val="lt1"/>
              </a:buClr>
              <a:buSzPts val="2400"/>
              <a:buFont typeface="Poppins"/>
              <a:buNone/>
              <a:defRPr sz="2400">
                <a:solidFill>
                  <a:schemeClr val="lt1"/>
                </a:solidFill>
              </a:defRPr>
            </a:lvl5pPr>
            <a:lvl6pPr lvl="5" algn="l">
              <a:lnSpc>
                <a:spcPct val="115000"/>
              </a:lnSpc>
              <a:spcBef>
                <a:spcPts val="0"/>
              </a:spcBef>
              <a:spcAft>
                <a:spcPts val="0"/>
              </a:spcAft>
              <a:buClr>
                <a:schemeClr val="lt1"/>
              </a:buClr>
              <a:buSzPts val="2400"/>
              <a:buFont typeface="Poppins"/>
              <a:buNone/>
              <a:defRPr sz="2400">
                <a:solidFill>
                  <a:schemeClr val="lt1"/>
                </a:solidFill>
              </a:defRPr>
            </a:lvl6pPr>
            <a:lvl7pPr lvl="6" algn="l">
              <a:lnSpc>
                <a:spcPct val="115000"/>
              </a:lnSpc>
              <a:spcBef>
                <a:spcPts val="0"/>
              </a:spcBef>
              <a:spcAft>
                <a:spcPts val="0"/>
              </a:spcAft>
              <a:buClr>
                <a:schemeClr val="lt1"/>
              </a:buClr>
              <a:buSzPts val="2400"/>
              <a:buFont typeface="Poppins"/>
              <a:buNone/>
              <a:defRPr sz="2400">
                <a:solidFill>
                  <a:schemeClr val="lt1"/>
                </a:solidFill>
              </a:defRPr>
            </a:lvl7pPr>
            <a:lvl8pPr lvl="7" algn="l">
              <a:lnSpc>
                <a:spcPct val="115000"/>
              </a:lnSpc>
              <a:spcBef>
                <a:spcPts val="0"/>
              </a:spcBef>
              <a:spcAft>
                <a:spcPts val="0"/>
              </a:spcAft>
              <a:buClr>
                <a:schemeClr val="lt1"/>
              </a:buClr>
              <a:buSzPts val="2400"/>
              <a:buFont typeface="Poppins"/>
              <a:buNone/>
              <a:defRPr sz="2400">
                <a:solidFill>
                  <a:schemeClr val="lt1"/>
                </a:solidFill>
              </a:defRPr>
            </a:lvl8pPr>
            <a:lvl9pPr lvl="8" algn="l">
              <a:lnSpc>
                <a:spcPct val="115000"/>
              </a:lnSpc>
              <a:spcBef>
                <a:spcPts val="0"/>
              </a:spcBef>
              <a:spcAft>
                <a:spcPts val="0"/>
              </a:spcAft>
              <a:buClr>
                <a:schemeClr val="lt1"/>
              </a:buClr>
              <a:buSzPts val="2400"/>
              <a:buFont typeface="Poppins"/>
              <a:buNone/>
              <a:defRPr sz="2400">
                <a:solidFill>
                  <a:schemeClr val="lt1"/>
                </a:solidFill>
              </a:defRPr>
            </a:lvl9pPr>
          </a:lstStyle>
          <a:p/>
        </p:txBody>
      </p:sp>
      <p:sp>
        <p:nvSpPr>
          <p:cNvPr id="360" name="Google Shape;360;p35"/>
          <p:cNvSpPr txBox="1"/>
          <p:nvPr>
            <p:ph idx="4" type="title"/>
          </p:nvPr>
        </p:nvSpPr>
        <p:spPr>
          <a:xfrm>
            <a:off x="139700" y="1294075"/>
            <a:ext cx="3800400" cy="474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400"/>
              <a:buNone/>
              <a:defRPr/>
            </a:lvl1pPr>
            <a:lvl2pPr lvl="1" algn="l">
              <a:lnSpc>
                <a:spcPct val="115000"/>
              </a:lnSpc>
              <a:spcBef>
                <a:spcPts val="0"/>
              </a:spcBef>
              <a:spcAft>
                <a:spcPts val="0"/>
              </a:spcAft>
              <a:buClr>
                <a:schemeClr val="lt1"/>
              </a:buClr>
              <a:buSzPts val="2400"/>
              <a:buFont typeface="Poppins"/>
              <a:buNone/>
              <a:defRPr sz="2400">
                <a:solidFill>
                  <a:schemeClr val="lt1"/>
                </a:solidFill>
              </a:defRPr>
            </a:lvl2pPr>
            <a:lvl3pPr lvl="2" algn="l">
              <a:lnSpc>
                <a:spcPct val="115000"/>
              </a:lnSpc>
              <a:spcBef>
                <a:spcPts val="0"/>
              </a:spcBef>
              <a:spcAft>
                <a:spcPts val="0"/>
              </a:spcAft>
              <a:buClr>
                <a:schemeClr val="lt1"/>
              </a:buClr>
              <a:buSzPts val="2400"/>
              <a:buFont typeface="Poppins"/>
              <a:buNone/>
              <a:defRPr sz="2400">
                <a:solidFill>
                  <a:schemeClr val="lt1"/>
                </a:solidFill>
              </a:defRPr>
            </a:lvl3pPr>
            <a:lvl4pPr lvl="3" algn="l">
              <a:lnSpc>
                <a:spcPct val="115000"/>
              </a:lnSpc>
              <a:spcBef>
                <a:spcPts val="0"/>
              </a:spcBef>
              <a:spcAft>
                <a:spcPts val="0"/>
              </a:spcAft>
              <a:buClr>
                <a:schemeClr val="lt1"/>
              </a:buClr>
              <a:buSzPts val="2400"/>
              <a:buFont typeface="Poppins"/>
              <a:buNone/>
              <a:defRPr sz="2400">
                <a:solidFill>
                  <a:schemeClr val="lt1"/>
                </a:solidFill>
              </a:defRPr>
            </a:lvl4pPr>
            <a:lvl5pPr lvl="4" algn="l">
              <a:lnSpc>
                <a:spcPct val="115000"/>
              </a:lnSpc>
              <a:spcBef>
                <a:spcPts val="0"/>
              </a:spcBef>
              <a:spcAft>
                <a:spcPts val="0"/>
              </a:spcAft>
              <a:buClr>
                <a:schemeClr val="lt1"/>
              </a:buClr>
              <a:buSzPts val="2400"/>
              <a:buFont typeface="Poppins"/>
              <a:buNone/>
              <a:defRPr sz="2400">
                <a:solidFill>
                  <a:schemeClr val="lt1"/>
                </a:solidFill>
              </a:defRPr>
            </a:lvl5pPr>
            <a:lvl6pPr lvl="5" algn="l">
              <a:lnSpc>
                <a:spcPct val="115000"/>
              </a:lnSpc>
              <a:spcBef>
                <a:spcPts val="0"/>
              </a:spcBef>
              <a:spcAft>
                <a:spcPts val="0"/>
              </a:spcAft>
              <a:buClr>
                <a:schemeClr val="lt1"/>
              </a:buClr>
              <a:buSzPts val="2400"/>
              <a:buFont typeface="Poppins"/>
              <a:buNone/>
              <a:defRPr sz="2400">
                <a:solidFill>
                  <a:schemeClr val="lt1"/>
                </a:solidFill>
              </a:defRPr>
            </a:lvl6pPr>
            <a:lvl7pPr lvl="6" algn="l">
              <a:lnSpc>
                <a:spcPct val="115000"/>
              </a:lnSpc>
              <a:spcBef>
                <a:spcPts val="0"/>
              </a:spcBef>
              <a:spcAft>
                <a:spcPts val="0"/>
              </a:spcAft>
              <a:buClr>
                <a:schemeClr val="lt1"/>
              </a:buClr>
              <a:buSzPts val="2400"/>
              <a:buFont typeface="Poppins"/>
              <a:buNone/>
              <a:defRPr sz="2400">
                <a:solidFill>
                  <a:schemeClr val="lt1"/>
                </a:solidFill>
              </a:defRPr>
            </a:lvl7pPr>
            <a:lvl8pPr lvl="7" algn="l">
              <a:lnSpc>
                <a:spcPct val="115000"/>
              </a:lnSpc>
              <a:spcBef>
                <a:spcPts val="0"/>
              </a:spcBef>
              <a:spcAft>
                <a:spcPts val="0"/>
              </a:spcAft>
              <a:buClr>
                <a:schemeClr val="lt1"/>
              </a:buClr>
              <a:buSzPts val="2400"/>
              <a:buFont typeface="Poppins"/>
              <a:buNone/>
              <a:defRPr sz="2400">
                <a:solidFill>
                  <a:schemeClr val="lt1"/>
                </a:solidFill>
              </a:defRPr>
            </a:lvl8pPr>
            <a:lvl9pPr lvl="8" algn="l">
              <a:lnSpc>
                <a:spcPct val="115000"/>
              </a:lnSpc>
              <a:spcBef>
                <a:spcPts val="0"/>
              </a:spcBef>
              <a:spcAft>
                <a:spcPts val="0"/>
              </a:spcAft>
              <a:buClr>
                <a:schemeClr val="lt1"/>
              </a:buClr>
              <a:buSzPts val="2400"/>
              <a:buFont typeface="Poppins"/>
              <a:buNone/>
              <a:defRPr sz="2400">
                <a:solidFill>
                  <a:schemeClr val="lt1"/>
                </a:solidFill>
              </a:defRPr>
            </a:lvl9pPr>
          </a:lstStyle>
          <a:p/>
        </p:txBody>
      </p:sp>
      <p:sp>
        <p:nvSpPr>
          <p:cNvPr id="361" name="Google Shape;361;p35"/>
          <p:cNvSpPr txBox="1"/>
          <p:nvPr>
            <p:ph idx="5" type="title"/>
          </p:nvPr>
        </p:nvSpPr>
        <p:spPr>
          <a:xfrm>
            <a:off x="139700" y="1809275"/>
            <a:ext cx="3800400" cy="5565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9pPr>
          </a:lstStyle>
          <a:p/>
        </p:txBody>
      </p:sp>
      <p:sp>
        <p:nvSpPr>
          <p:cNvPr id="362" name="Google Shape;362;p35"/>
          <p:cNvSpPr txBox="1"/>
          <p:nvPr>
            <p:ph idx="6" type="title"/>
          </p:nvPr>
        </p:nvSpPr>
        <p:spPr>
          <a:xfrm>
            <a:off x="139700" y="2584475"/>
            <a:ext cx="3800400" cy="474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400"/>
              <a:buNone/>
              <a:defRPr/>
            </a:lvl1pPr>
            <a:lvl2pPr lvl="1" algn="l">
              <a:lnSpc>
                <a:spcPct val="115000"/>
              </a:lnSpc>
              <a:spcBef>
                <a:spcPts val="0"/>
              </a:spcBef>
              <a:spcAft>
                <a:spcPts val="0"/>
              </a:spcAft>
              <a:buClr>
                <a:schemeClr val="lt1"/>
              </a:buClr>
              <a:buSzPts val="2400"/>
              <a:buFont typeface="Poppins"/>
              <a:buNone/>
              <a:defRPr sz="2400">
                <a:solidFill>
                  <a:schemeClr val="lt1"/>
                </a:solidFill>
              </a:defRPr>
            </a:lvl2pPr>
            <a:lvl3pPr lvl="2" algn="l">
              <a:lnSpc>
                <a:spcPct val="115000"/>
              </a:lnSpc>
              <a:spcBef>
                <a:spcPts val="0"/>
              </a:spcBef>
              <a:spcAft>
                <a:spcPts val="0"/>
              </a:spcAft>
              <a:buClr>
                <a:schemeClr val="lt1"/>
              </a:buClr>
              <a:buSzPts val="2400"/>
              <a:buFont typeface="Poppins"/>
              <a:buNone/>
              <a:defRPr sz="2400">
                <a:solidFill>
                  <a:schemeClr val="lt1"/>
                </a:solidFill>
              </a:defRPr>
            </a:lvl3pPr>
            <a:lvl4pPr lvl="3" algn="l">
              <a:lnSpc>
                <a:spcPct val="115000"/>
              </a:lnSpc>
              <a:spcBef>
                <a:spcPts val="0"/>
              </a:spcBef>
              <a:spcAft>
                <a:spcPts val="0"/>
              </a:spcAft>
              <a:buClr>
                <a:schemeClr val="lt1"/>
              </a:buClr>
              <a:buSzPts val="2400"/>
              <a:buFont typeface="Poppins"/>
              <a:buNone/>
              <a:defRPr sz="2400">
                <a:solidFill>
                  <a:schemeClr val="lt1"/>
                </a:solidFill>
              </a:defRPr>
            </a:lvl4pPr>
            <a:lvl5pPr lvl="4" algn="l">
              <a:lnSpc>
                <a:spcPct val="115000"/>
              </a:lnSpc>
              <a:spcBef>
                <a:spcPts val="0"/>
              </a:spcBef>
              <a:spcAft>
                <a:spcPts val="0"/>
              </a:spcAft>
              <a:buClr>
                <a:schemeClr val="lt1"/>
              </a:buClr>
              <a:buSzPts val="2400"/>
              <a:buFont typeface="Poppins"/>
              <a:buNone/>
              <a:defRPr sz="2400">
                <a:solidFill>
                  <a:schemeClr val="lt1"/>
                </a:solidFill>
              </a:defRPr>
            </a:lvl5pPr>
            <a:lvl6pPr lvl="5" algn="l">
              <a:lnSpc>
                <a:spcPct val="115000"/>
              </a:lnSpc>
              <a:spcBef>
                <a:spcPts val="0"/>
              </a:spcBef>
              <a:spcAft>
                <a:spcPts val="0"/>
              </a:spcAft>
              <a:buClr>
                <a:schemeClr val="lt1"/>
              </a:buClr>
              <a:buSzPts val="2400"/>
              <a:buFont typeface="Poppins"/>
              <a:buNone/>
              <a:defRPr sz="2400">
                <a:solidFill>
                  <a:schemeClr val="lt1"/>
                </a:solidFill>
              </a:defRPr>
            </a:lvl6pPr>
            <a:lvl7pPr lvl="6" algn="l">
              <a:lnSpc>
                <a:spcPct val="115000"/>
              </a:lnSpc>
              <a:spcBef>
                <a:spcPts val="0"/>
              </a:spcBef>
              <a:spcAft>
                <a:spcPts val="0"/>
              </a:spcAft>
              <a:buClr>
                <a:schemeClr val="lt1"/>
              </a:buClr>
              <a:buSzPts val="2400"/>
              <a:buFont typeface="Poppins"/>
              <a:buNone/>
              <a:defRPr sz="2400">
                <a:solidFill>
                  <a:schemeClr val="lt1"/>
                </a:solidFill>
              </a:defRPr>
            </a:lvl7pPr>
            <a:lvl8pPr lvl="7" algn="l">
              <a:lnSpc>
                <a:spcPct val="115000"/>
              </a:lnSpc>
              <a:spcBef>
                <a:spcPts val="0"/>
              </a:spcBef>
              <a:spcAft>
                <a:spcPts val="0"/>
              </a:spcAft>
              <a:buClr>
                <a:schemeClr val="lt1"/>
              </a:buClr>
              <a:buSzPts val="2400"/>
              <a:buFont typeface="Poppins"/>
              <a:buNone/>
              <a:defRPr sz="2400">
                <a:solidFill>
                  <a:schemeClr val="lt1"/>
                </a:solidFill>
              </a:defRPr>
            </a:lvl8pPr>
            <a:lvl9pPr lvl="8" algn="l">
              <a:lnSpc>
                <a:spcPct val="115000"/>
              </a:lnSpc>
              <a:spcBef>
                <a:spcPts val="0"/>
              </a:spcBef>
              <a:spcAft>
                <a:spcPts val="0"/>
              </a:spcAft>
              <a:buClr>
                <a:schemeClr val="lt1"/>
              </a:buClr>
              <a:buSzPts val="2400"/>
              <a:buFont typeface="Poppins"/>
              <a:buNone/>
              <a:defRPr sz="2400">
                <a:solidFill>
                  <a:schemeClr val="lt1"/>
                </a:solidFill>
              </a:defRPr>
            </a:lvl9pPr>
          </a:lstStyle>
          <a:p/>
        </p:txBody>
      </p:sp>
      <p:sp>
        <p:nvSpPr>
          <p:cNvPr id="363" name="Google Shape;363;p35"/>
          <p:cNvSpPr txBox="1"/>
          <p:nvPr>
            <p:ph idx="7" type="title"/>
          </p:nvPr>
        </p:nvSpPr>
        <p:spPr>
          <a:xfrm>
            <a:off x="139700" y="3099675"/>
            <a:ext cx="3800400" cy="5565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9pPr>
          </a:lstStyle>
          <a:p/>
        </p:txBody>
      </p:sp>
      <p:sp>
        <p:nvSpPr>
          <p:cNvPr id="364" name="Google Shape;364;p35"/>
          <p:cNvSpPr txBox="1"/>
          <p:nvPr>
            <p:ph idx="8" type="title"/>
          </p:nvPr>
        </p:nvSpPr>
        <p:spPr>
          <a:xfrm>
            <a:off x="139700" y="3874875"/>
            <a:ext cx="3800400" cy="474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400"/>
              <a:buNone/>
              <a:defRPr/>
            </a:lvl1pPr>
            <a:lvl2pPr lvl="1" algn="l">
              <a:lnSpc>
                <a:spcPct val="115000"/>
              </a:lnSpc>
              <a:spcBef>
                <a:spcPts val="0"/>
              </a:spcBef>
              <a:spcAft>
                <a:spcPts val="0"/>
              </a:spcAft>
              <a:buClr>
                <a:schemeClr val="lt1"/>
              </a:buClr>
              <a:buSzPts val="2400"/>
              <a:buFont typeface="Poppins"/>
              <a:buNone/>
              <a:defRPr sz="2400">
                <a:solidFill>
                  <a:schemeClr val="lt1"/>
                </a:solidFill>
              </a:defRPr>
            </a:lvl2pPr>
            <a:lvl3pPr lvl="2" algn="l">
              <a:lnSpc>
                <a:spcPct val="115000"/>
              </a:lnSpc>
              <a:spcBef>
                <a:spcPts val="0"/>
              </a:spcBef>
              <a:spcAft>
                <a:spcPts val="0"/>
              </a:spcAft>
              <a:buClr>
                <a:schemeClr val="lt1"/>
              </a:buClr>
              <a:buSzPts val="2400"/>
              <a:buFont typeface="Poppins"/>
              <a:buNone/>
              <a:defRPr sz="2400">
                <a:solidFill>
                  <a:schemeClr val="lt1"/>
                </a:solidFill>
              </a:defRPr>
            </a:lvl3pPr>
            <a:lvl4pPr lvl="3" algn="l">
              <a:lnSpc>
                <a:spcPct val="115000"/>
              </a:lnSpc>
              <a:spcBef>
                <a:spcPts val="0"/>
              </a:spcBef>
              <a:spcAft>
                <a:spcPts val="0"/>
              </a:spcAft>
              <a:buClr>
                <a:schemeClr val="lt1"/>
              </a:buClr>
              <a:buSzPts val="2400"/>
              <a:buFont typeface="Poppins"/>
              <a:buNone/>
              <a:defRPr sz="2400">
                <a:solidFill>
                  <a:schemeClr val="lt1"/>
                </a:solidFill>
              </a:defRPr>
            </a:lvl4pPr>
            <a:lvl5pPr lvl="4" algn="l">
              <a:lnSpc>
                <a:spcPct val="115000"/>
              </a:lnSpc>
              <a:spcBef>
                <a:spcPts val="0"/>
              </a:spcBef>
              <a:spcAft>
                <a:spcPts val="0"/>
              </a:spcAft>
              <a:buClr>
                <a:schemeClr val="lt1"/>
              </a:buClr>
              <a:buSzPts val="2400"/>
              <a:buFont typeface="Poppins"/>
              <a:buNone/>
              <a:defRPr sz="2400">
                <a:solidFill>
                  <a:schemeClr val="lt1"/>
                </a:solidFill>
              </a:defRPr>
            </a:lvl5pPr>
            <a:lvl6pPr lvl="5" algn="l">
              <a:lnSpc>
                <a:spcPct val="115000"/>
              </a:lnSpc>
              <a:spcBef>
                <a:spcPts val="0"/>
              </a:spcBef>
              <a:spcAft>
                <a:spcPts val="0"/>
              </a:spcAft>
              <a:buClr>
                <a:schemeClr val="lt1"/>
              </a:buClr>
              <a:buSzPts val="2400"/>
              <a:buFont typeface="Poppins"/>
              <a:buNone/>
              <a:defRPr sz="2400">
                <a:solidFill>
                  <a:schemeClr val="lt1"/>
                </a:solidFill>
              </a:defRPr>
            </a:lvl6pPr>
            <a:lvl7pPr lvl="6" algn="l">
              <a:lnSpc>
                <a:spcPct val="115000"/>
              </a:lnSpc>
              <a:spcBef>
                <a:spcPts val="0"/>
              </a:spcBef>
              <a:spcAft>
                <a:spcPts val="0"/>
              </a:spcAft>
              <a:buClr>
                <a:schemeClr val="lt1"/>
              </a:buClr>
              <a:buSzPts val="2400"/>
              <a:buFont typeface="Poppins"/>
              <a:buNone/>
              <a:defRPr sz="2400">
                <a:solidFill>
                  <a:schemeClr val="lt1"/>
                </a:solidFill>
              </a:defRPr>
            </a:lvl7pPr>
            <a:lvl8pPr lvl="7" algn="l">
              <a:lnSpc>
                <a:spcPct val="115000"/>
              </a:lnSpc>
              <a:spcBef>
                <a:spcPts val="0"/>
              </a:spcBef>
              <a:spcAft>
                <a:spcPts val="0"/>
              </a:spcAft>
              <a:buClr>
                <a:schemeClr val="lt1"/>
              </a:buClr>
              <a:buSzPts val="2400"/>
              <a:buFont typeface="Poppins"/>
              <a:buNone/>
              <a:defRPr sz="2400">
                <a:solidFill>
                  <a:schemeClr val="lt1"/>
                </a:solidFill>
              </a:defRPr>
            </a:lvl8pPr>
            <a:lvl9pPr lvl="8" algn="l">
              <a:lnSpc>
                <a:spcPct val="115000"/>
              </a:lnSpc>
              <a:spcBef>
                <a:spcPts val="0"/>
              </a:spcBef>
              <a:spcAft>
                <a:spcPts val="0"/>
              </a:spcAft>
              <a:buClr>
                <a:schemeClr val="lt1"/>
              </a:buClr>
              <a:buSzPts val="2400"/>
              <a:buFont typeface="Poppins"/>
              <a:buNone/>
              <a:defRPr sz="2400">
                <a:solidFill>
                  <a:schemeClr val="lt1"/>
                </a:solidFill>
              </a:defRPr>
            </a:lvl9pPr>
          </a:lstStyle>
          <a:p/>
        </p:txBody>
      </p:sp>
      <p:sp>
        <p:nvSpPr>
          <p:cNvPr id="365" name="Google Shape;365;p35"/>
          <p:cNvSpPr txBox="1"/>
          <p:nvPr>
            <p:ph idx="9" type="title"/>
          </p:nvPr>
        </p:nvSpPr>
        <p:spPr>
          <a:xfrm>
            <a:off x="139700" y="4390075"/>
            <a:ext cx="3800400" cy="5565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7">
    <p:spTree>
      <p:nvGrpSpPr>
        <p:cNvPr id="366" name="Shape 366"/>
        <p:cNvGrpSpPr/>
        <p:nvPr/>
      </p:nvGrpSpPr>
      <p:grpSpPr>
        <a:xfrm>
          <a:off x="0" y="0"/>
          <a:ext cx="0" cy="0"/>
          <a:chOff x="0" y="0"/>
          <a:chExt cx="0" cy="0"/>
        </a:xfrm>
      </p:grpSpPr>
      <p:pic>
        <p:nvPicPr>
          <p:cNvPr id="367" name="Google Shape;367;p36"/>
          <p:cNvPicPr preferRelativeResize="0"/>
          <p:nvPr/>
        </p:nvPicPr>
        <p:blipFill rotWithShape="1">
          <a:blip r:embed="rId2">
            <a:alphaModFix/>
          </a:blip>
          <a:srcRect b="13328" l="0" r="0" t="10503"/>
          <a:stretch/>
        </p:blipFill>
        <p:spPr>
          <a:xfrm rot="10800000">
            <a:off x="135149" y="1285126"/>
            <a:ext cx="5075876" cy="3866199"/>
          </a:xfrm>
          <a:prstGeom prst="rect">
            <a:avLst/>
          </a:prstGeom>
          <a:noFill/>
          <a:ln>
            <a:noFill/>
          </a:ln>
        </p:spPr>
      </p:pic>
      <p:sp>
        <p:nvSpPr>
          <p:cNvPr descr="A solid green color" id="368" name="Google Shape;368;p36"/>
          <p:cNvSpPr/>
          <p:nvPr/>
        </p:nvSpPr>
        <p:spPr>
          <a:xfrm>
            <a:off x="135138" y="900"/>
            <a:ext cx="1257900" cy="1283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descr="A solid blue color" id="369" name="Google Shape;369;p36"/>
          <p:cNvSpPr/>
          <p:nvPr/>
        </p:nvSpPr>
        <p:spPr>
          <a:xfrm>
            <a:off x="5218975" y="-1050"/>
            <a:ext cx="1257900" cy="12870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370" name="Google Shape;370;p36"/>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71" name="Google Shape;371;p36"/>
          <p:cNvSpPr txBox="1"/>
          <p:nvPr>
            <p:ph type="title"/>
          </p:nvPr>
        </p:nvSpPr>
        <p:spPr>
          <a:xfrm>
            <a:off x="128875" y="1666875"/>
            <a:ext cx="4922400" cy="3245400"/>
          </a:xfrm>
          <a:prstGeom prst="rect">
            <a:avLst/>
          </a:prstGeom>
          <a:noFill/>
          <a:ln>
            <a:noFill/>
          </a:ln>
        </p:spPr>
        <p:txBody>
          <a:bodyPr anchorCtr="0" anchor="b" bIns="0" lIns="91425" spcFirstLastPara="1" rIns="91425" wrap="square" tIns="91425">
            <a:spAutoFit/>
          </a:bodyPr>
          <a:lstStyle>
            <a:lvl1pPr lvl="0" algn="l">
              <a:lnSpc>
                <a:spcPct val="90000"/>
              </a:lnSpc>
              <a:spcBef>
                <a:spcPts val="0"/>
              </a:spcBef>
              <a:spcAft>
                <a:spcPts val="0"/>
              </a:spcAft>
              <a:buClr>
                <a:schemeClr val="lt1"/>
              </a:buClr>
              <a:buSzPts val="6000"/>
              <a:buFont typeface="Poppins"/>
              <a:buNone/>
              <a:defRPr sz="60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372" name="Google Shape;372;p36"/>
          <p:cNvSpPr txBox="1"/>
          <p:nvPr>
            <p:ph idx="1" type="subTitle"/>
          </p:nvPr>
        </p:nvSpPr>
        <p:spPr>
          <a:xfrm>
            <a:off x="5305200" y="2579575"/>
            <a:ext cx="3596700" cy="1270200"/>
          </a:xfrm>
          <a:prstGeom prst="rect">
            <a:avLst/>
          </a:prstGeom>
          <a:noFill/>
          <a:ln>
            <a:noFill/>
          </a:ln>
        </p:spPr>
        <p:txBody>
          <a:bodyPr anchorCtr="0" anchor="t" bIns="91425" lIns="91425" spcFirstLastPara="1" rIns="91425" wrap="square" tIns="182875">
            <a:noAutofit/>
          </a:bodyPr>
          <a:lstStyle>
            <a:lvl1pPr lvl="0" algn="l">
              <a:lnSpc>
                <a:spcPct val="115000"/>
              </a:lnSpc>
              <a:spcBef>
                <a:spcPts val="0"/>
              </a:spcBef>
              <a:spcAft>
                <a:spcPts val="0"/>
              </a:spcAft>
              <a:buClr>
                <a:schemeClr val="lt1"/>
              </a:buClr>
              <a:buSzPts val="1000"/>
              <a:buFont typeface="Instrument Sans"/>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373" name="Google Shape;373;p36"/>
          <p:cNvSpPr txBox="1"/>
          <p:nvPr>
            <p:ph idx="2" type="subTitle"/>
          </p:nvPr>
        </p:nvSpPr>
        <p:spPr>
          <a:xfrm>
            <a:off x="5305225" y="3861475"/>
            <a:ext cx="3596700" cy="10509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lt1"/>
              </a:buClr>
              <a:buSzPts val="1000"/>
              <a:buFont typeface="Instrument Sans"/>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374" name="Google Shape;374;p36"/>
          <p:cNvSpPr/>
          <p:nvPr>
            <p:ph idx="3" type="pic"/>
          </p:nvPr>
        </p:nvSpPr>
        <p:spPr>
          <a:xfrm>
            <a:off x="7757975" y="1297450"/>
            <a:ext cx="1259700" cy="1275000"/>
          </a:xfrm>
          <a:prstGeom prst="rect">
            <a:avLst/>
          </a:prstGeom>
          <a:noFill/>
          <a:ln>
            <a:noFill/>
          </a:ln>
        </p:spPr>
      </p:sp>
      <p:grpSp>
        <p:nvGrpSpPr>
          <p:cNvPr id="375" name="Google Shape;375;p36"/>
          <p:cNvGrpSpPr/>
          <p:nvPr/>
        </p:nvGrpSpPr>
        <p:grpSpPr>
          <a:xfrm>
            <a:off x="128875" y="0"/>
            <a:ext cx="8894550" cy="5152800"/>
            <a:chOff x="128875" y="0"/>
            <a:chExt cx="8894550" cy="5152800"/>
          </a:xfrm>
        </p:grpSpPr>
        <p:cxnSp>
          <p:nvCxnSpPr>
            <p:cNvPr id="376" name="Google Shape;376;p36"/>
            <p:cNvCxnSpPr/>
            <p:nvPr/>
          </p:nvCxnSpPr>
          <p:spPr>
            <a:xfrm>
              <a:off x="6480997" y="1200"/>
              <a:ext cx="0" cy="2583300"/>
            </a:xfrm>
            <a:prstGeom prst="straightConnector1">
              <a:avLst/>
            </a:prstGeom>
            <a:noFill/>
            <a:ln cap="flat" cmpd="sng" w="9525">
              <a:solidFill>
                <a:schemeClr val="dk2"/>
              </a:solidFill>
              <a:prstDash val="solid"/>
              <a:round/>
              <a:headEnd len="sm" w="sm" type="none"/>
              <a:tailEnd len="sm" w="sm" type="none"/>
            </a:ln>
          </p:spPr>
        </p:cxnSp>
        <p:cxnSp>
          <p:nvCxnSpPr>
            <p:cNvPr id="377" name="Google Shape;377;p36"/>
            <p:cNvCxnSpPr/>
            <p:nvPr/>
          </p:nvCxnSpPr>
          <p:spPr>
            <a:xfrm>
              <a:off x="7752136" y="1200"/>
              <a:ext cx="0" cy="2583300"/>
            </a:xfrm>
            <a:prstGeom prst="straightConnector1">
              <a:avLst/>
            </a:prstGeom>
            <a:noFill/>
            <a:ln cap="flat" cmpd="sng" w="9525">
              <a:solidFill>
                <a:schemeClr val="dk2"/>
              </a:solidFill>
              <a:prstDash val="solid"/>
              <a:round/>
              <a:headEnd len="sm" w="sm" type="none"/>
              <a:tailEnd len="sm" w="sm" type="none"/>
            </a:ln>
          </p:spPr>
        </p:cxnSp>
        <p:cxnSp>
          <p:nvCxnSpPr>
            <p:cNvPr id="378" name="Google Shape;378;p36"/>
            <p:cNvCxnSpPr/>
            <p:nvPr/>
          </p:nvCxnSpPr>
          <p:spPr>
            <a:xfrm>
              <a:off x="5213125" y="2579575"/>
              <a:ext cx="3810300" cy="0"/>
            </a:xfrm>
            <a:prstGeom prst="straightConnector1">
              <a:avLst/>
            </a:prstGeom>
            <a:noFill/>
            <a:ln cap="flat" cmpd="sng" w="9525">
              <a:solidFill>
                <a:schemeClr val="dk2"/>
              </a:solidFill>
              <a:prstDash val="solid"/>
              <a:round/>
              <a:headEnd len="sm" w="sm" type="none"/>
              <a:tailEnd len="sm" w="sm" type="none"/>
            </a:ln>
          </p:spPr>
        </p:cxnSp>
        <p:cxnSp>
          <p:nvCxnSpPr>
            <p:cNvPr id="379" name="Google Shape;379;p36"/>
            <p:cNvCxnSpPr/>
            <p:nvPr/>
          </p:nvCxnSpPr>
          <p:spPr>
            <a:xfrm>
              <a:off x="5212100" y="1075"/>
              <a:ext cx="0" cy="5133900"/>
            </a:xfrm>
            <a:prstGeom prst="straightConnector1">
              <a:avLst/>
            </a:prstGeom>
            <a:noFill/>
            <a:ln cap="flat" cmpd="sng" w="9525">
              <a:solidFill>
                <a:schemeClr val="dk2"/>
              </a:solidFill>
              <a:prstDash val="solid"/>
              <a:round/>
              <a:headEnd len="sm" w="sm" type="none"/>
              <a:tailEnd len="sm" w="sm" type="none"/>
            </a:ln>
          </p:spPr>
        </p:cxnSp>
        <p:cxnSp>
          <p:nvCxnSpPr>
            <p:cNvPr id="380" name="Google Shape;380;p36"/>
            <p:cNvCxnSpPr/>
            <p:nvPr/>
          </p:nvCxnSpPr>
          <p:spPr>
            <a:xfrm>
              <a:off x="3940150" y="1200"/>
              <a:ext cx="0" cy="1290300"/>
            </a:xfrm>
            <a:prstGeom prst="straightConnector1">
              <a:avLst/>
            </a:prstGeom>
            <a:noFill/>
            <a:ln cap="flat" cmpd="sng" w="9525">
              <a:solidFill>
                <a:schemeClr val="dk2"/>
              </a:solidFill>
              <a:prstDash val="solid"/>
              <a:round/>
              <a:headEnd len="sm" w="sm" type="none"/>
              <a:tailEnd len="sm" w="sm" type="none"/>
            </a:ln>
          </p:spPr>
        </p:cxnSp>
        <p:cxnSp>
          <p:nvCxnSpPr>
            <p:cNvPr id="381" name="Google Shape;381;p36"/>
            <p:cNvCxnSpPr/>
            <p:nvPr/>
          </p:nvCxnSpPr>
          <p:spPr>
            <a:xfrm>
              <a:off x="2669725" y="1200"/>
              <a:ext cx="0" cy="1290300"/>
            </a:xfrm>
            <a:prstGeom prst="straightConnector1">
              <a:avLst/>
            </a:prstGeom>
            <a:noFill/>
            <a:ln cap="flat" cmpd="sng" w="9525">
              <a:solidFill>
                <a:schemeClr val="dk2"/>
              </a:solidFill>
              <a:prstDash val="solid"/>
              <a:round/>
              <a:headEnd len="sm" w="sm" type="none"/>
              <a:tailEnd len="sm" w="sm" type="none"/>
            </a:ln>
          </p:spPr>
        </p:cxnSp>
        <p:cxnSp>
          <p:nvCxnSpPr>
            <p:cNvPr id="382" name="Google Shape;382;p36"/>
            <p:cNvCxnSpPr/>
            <p:nvPr/>
          </p:nvCxnSpPr>
          <p:spPr>
            <a:xfrm>
              <a:off x="1399300" y="1200"/>
              <a:ext cx="0" cy="1290300"/>
            </a:xfrm>
            <a:prstGeom prst="straightConnector1">
              <a:avLst/>
            </a:prstGeom>
            <a:noFill/>
            <a:ln cap="flat" cmpd="sng" w="9525">
              <a:solidFill>
                <a:schemeClr val="dk2"/>
              </a:solidFill>
              <a:prstDash val="solid"/>
              <a:round/>
              <a:headEnd len="sm" w="sm" type="none"/>
              <a:tailEnd len="sm" w="sm" type="none"/>
            </a:ln>
          </p:spPr>
        </p:cxnSp>
        <p:cxnSp>
          <p:nvCxnSpPr>
            <p:cNvPr id="383" name="Google Shape;383;p36"/>
            <p:cNvCxnSpPr/>
            <p:nvPr/>
          </p:nvCxnSpPr>
          <p:spPr>
            <a:xfrm>
              <a:off x="128875" y="0"/>
              <a:ext cx="0" cy="5152800"/>
            </a:xfrm>
            <a:prstGeom prst="straightConnector1">
              <a:avLst/>
            </a:prstGeom>
            <a:noFill/>
            <a:ln cap="flat" cmpd="sng" w="9525">
              <a:solidFill>
                <a:schemeClr val="dk2"/>
              </a:solidFill>
              <a:prstDash val="solid"/>
              <a:round/>
              <a:headEnd len="sm" w="sm" type="none"/>
              <a:tailEnd len="sm" w="sm" type="none"/>
            </a:ln>
          </p:spPr>
        </p:cxnSp>
        <p:cxnSp>
          <p:nvCxnSpPr>
            <p:cNvPr id="384" name="Google Shape;384;p36"/>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cxnSp>
          <p:nvCxnSpPr>
            <p:cNvPr id="385" name="Google Shape;385;p36"/>
            <p:cNvCxnSpPr/>
            <p:nvPr/>
          </p:nvCxnSpPr>
          <p:spPr>
            <a:xfrm>
              <a:off x="128875" y="1291375"/>
              <a:ext cx="8894400" cy="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2">
  <p:cSld name="BLANK_1_1_1_1_1_1_2">
    <p:spTree>
      <p:nvGrpSpPr>
        <p:cNvPr id="386" name="Shape 386"/>
        <p:cNvGrpSpPr/>
        <p:nvPr/>
      </p:nvGrpSpPr>
      <p:grpSpPr>
        <a:xfrm>
          <a:off x="0" y="0"/>
          <a:ext cx="0" cy="0"/>
          <a:chOff x="0" y="0"/>
          <a:chExt cx="0" cy="0"/>
        </a:xfrm>
      </p:grpSpPr>
      <p:pic>
        <p:nvPicPr>
          <p:cNvPr id="387" name="Google Shape;387;p37"/>
          <p:cNvPicPr preferRelativeResize="0"/>
          <p:nvPr/>
        </p:nvPicPr>
        <p:blipFill rotWithShape="1">
          <a:blip r:embed="rId2">
            <a:alphaModFix/>
          </a:blip>
          <a:srcRect b="0" l="-14115" r="0" t="239"/>
          <a:stretch/>
        </p:blipFill>
        <p:spPr>
          <a:xfrm rot="-5400000">
            <a:off x="7090639" y="651563"/>
            <a:ext cx="2584673" cy="1271001"/>
          </a:xfrm>
          <a:prstGeom prst="rect">
            <a:avLst/>
          </a:prstGeom>
          <a:noFill/>
          <a:ln>
            <a:noFill/>
          </a:ln>
        </p:spPr>
      </p:pic>
      <p:sp>
        <p:nvSpPr>
          <p:cNvPr id="388" name="Google Shape;388;p37"/>
          <p:cNvSpPr/>
          <p:nvPr>
            <p:ph idx="2" type="pic"/>
          </p:nvPr>
        </p:nvSpPr>
        <p:spPr>
          <a:xfrm>
            <a:off x="125900" y="-5250"/>
            <a:ext cx="3826500" cy="2584800"/>
          </a:xfrm>
          <a:prstGeom prst="rect">
            <a:avLst/>
          </a:prstGeom>
          <a:noFill/>
          <a:ln>
            <a:noFill/>
          </a:ln>
        </p:spPr>
      </p:sp>
      <p:sp>
        <p:nvSpPr>
          <p:cNvPr id="389" name="Google Shape;389;p37"/>
          <p:cNvSpPr/>
          <p:nvPr>
            <p:ph idx="3" type="pic"/>
          </p:nvPr>
        </p:nvSpPr>
        <p:spPr>
          <a:xfrm>
            <a:off x="7756975" y="3876725"/>
            <a:ext cx="1261500" cy="1268100"/>
          </a:xfrm>
          <a:prstGeom prst="rect">
            <a:avLst/>
          </a:prstGeom>
          <a:noFill/>
          <a:ln>
            <a:noFill/>
          </a:ln>
        </p:spPr>
      </p:sp>
      <p:sp>
        <p:nvSpPr>
          <p:cNvPr id="390" name="Google Shape;390;p37"/>
          <p:cNvSpPr txBox="1"/>
          <p:nvPr>
            <p:ph type="title"/>
          </p:nvPr>
        </p:nvSpPr>
        <p:spPr>
          <a:xfrm>
            <a:off x="125900" y="2579575"/>
            <a:ext cx="6355200" cy="2332800"/>
          </a:xfrm>
          <a:prstGeom prst="rect">
            <a:avLst/>
          </a:prstGeom>
          <a:noFill/>
          <a:ln>
            <a:noFill/>
          </a:ln>
        </p:spPr>
        <p:txBody>
          <a:bodyPr anchorCtr="0" anchor="b" bIns="91425" lIns="91425" spcFirstLastPara="1" rIns="91425" wrap="square" tIns="91425">
            <a:spAutoFit/>
          </a:bodyPr>
          <a:lstStyle>
            <a:lvl1pPr lvl="0" algn="l">
              <a:lnSpc>
                <a:spcPct val="90000"/>
              </a:lnSpc>
              <a:spcBef>
                <a:spcPts val="0"/>
              </a:spcBef>
              <a:spcAft>
                <a:spcPts val="0"/>
              </a:spcAft>
              <a:buClr>
                <a:schemeClr val="lt1"/>
              </a:buClr>
              <a:buSzPts val="4800"/>
              <a:buFont typeface="Poppins"/>
              <a:buNone/>
              <a:defRPr sz="4800"/>
            </a:lvl1pPr>
            <a:lvl2pPr lvl="1" algn="l">
              <a:lnSpc>
                <a:spcPct val="115000"/>
              </a:lnSpc>
              <a:spcBef>
                <a:spcPts val="0"/>
              </a:spcBef>
              <a:spcAft>
                <a:spcPts val="0"/>
              </a:spcAft>
              <a:buClr>
                <a:schemeClr val="lt1"/>
              </a:buClr>
              <a:buSzPts val="1400"/>
              <a:buFont typeface="Poppins"/>
              <a:buNone/>
              <a:defRPr>
                <a:solidFill>
                  <a:schemeClr val="lt1"/>
                </a:solidFill>
              </a:defRPr>
            </a:lvl2pPr>
            <a:lvl3pPr lvl="2" algn="l">
              <a:lnSpc>
                <a:spcPct val="115000"/>
              </a:lnSpc>
              <a:spcBef>
                <a:spcPts val="0"/>
              </a:spcBef>
              <a:spcAft>
                <a:spcPts val="0"/>
              </a:spcAft>
              <a:buClr>
                <a:schemeClr val="lt1"/>
              </a:buClr>
              <a:buSzPts val="1400"/>
              <a:buFont typeface="Poppins"/>
              <a:buNone/>
              <a:defRPr>
                <a:solidFill>
                  <a:schemeClr val="lt1"/>
                </a:solidFill>
              </a:defRPr>
            </a:lvl3pPr>
            <a:lvl4pPr lvl="3" algn="l">
              <a:lnSpc>
                <a:spcPct val="115000"/>
              </a:lnSpc>
              <a:spcBef>
                <a:spcPts val="0"/>
              </a:spcBef>
              <a:spcAft>
                <a:spcPts val="0"/>
              </a:spcAft>
              <a:buClr>
                <a:schemeClr val="lt1"/>
              </a:buClr>
              <a:buSzPts val="1400"/>
              <a:buFont typeface="Poppins"/>
              <a:buNone/>
              <a:defRPr>
                <a:solidFill>
                  <a:schemeClr val="lt1"/>
                </a:solidFill>
              </a:defRPr>
            </a:lvl4pPr>
            <a:lvl5pPr lvl="4" algn="l">
              <a:lnSpc>
                <a:spcPct val="115000"/>
              </a:lnSpc>
              <a:spcBef>
                <a:spcPts val="0"/>
              </a:spcBef>
              <a:spcAft>
                <a:spcPts val="0"/>
              </a:spcAft>
              <a:buClr>
                <a:schemeClr val="lt1"/>
              </a:buClr>
              <a:buSzPts val="1400"/>
              <a:buFont typeface="Poppins"/>
              <a:buNone/>
              <a:defRPr>
                <a:solidFill>
                  <a:schemeClr val="lt1"/>
                </a:solidFill>
              </a:defRPr>
            </a:lvl5pPr>
            <a:lvl6pPr lvl="5" algn="l">
              <a:lnSpc>
                <a:spcPct val="115000"/>
              </a:lnSpc>
              <a:spcBef>
                <a:spcPts val="0"/>
              </a:spcBef>
              <a:spcAft>
                <a:spcPts val="0"/>
              </a:spcAft>
              <a:buClr>
                <a:schemeClr val="lt1"/>
              </a:buClr>
              <a:buSzPts val="1400"/>
              <a:buFont typeface="Poppins"/>
              <a:buNone/>
              <a:defRPr>
                <a:solidFill>
                  <a:schemeClr val="lt1"/>
                </a:solidFill>
              </a:defRPr>
            </a:lvl6pPr>
            <a:lvl7pPr lvl="6" algn="l">
              <a:lnSpc>
                <a:spcPct val="115000"/>
              </a:lnSpc>
              <a:spcBef>
                <a:spcPts val="0"/>
              </a:spcBef>
              <a:spcAft>
                <a:spcPts val="0"/>
              </a:spcAft>
              <a:buClr>
                <a:schemeClr val="lt1"/>
              </a:buClr>
              <a:buSzPts val="1400"/>
              <a:buFont typeface="Poppins"/>
              <a:buNone/>
              <a:defRPr>
                <a:solidFill>
                  <a:schemeClr val="lt1"/>
                </a:solidFill>
              </a:defRPr>
            </a:lvl7pPr>
            <a:lvl8pPr lvl="7" algn="l">
              <a:lnSpc>
                <a:spcPct val="115000"/>
              </a:lnSpc>
              <a:spcBef>
                <a:spcPts val="0"/>
              </a:spcBef>
              <a:spcAft>
                <a:spcPts val="0"/>
              </a:spcAft>
              <a:buClr>
                <a:schemeClr val="lt1"/>
              </a:buClr>
              <a:buSzPts val="1400"/>
              <a:buFont typeface="Poppins"/>
              <a:buNone/>
              <a:defRPr>
                <a:solidFill>
                  <a:schemeClr val="lt1"/>
                </a:solidFill>
              </a:defRPr>
            </a:lvl8pPr>
            <a:lvl9pPr lvl="8" algn="l">
              <a:lnSpc>
                <a:spcPct val="115000"/>
              </a:lnSpc>
              <a:spcBef>
                <a:spcPts val="0"/>
              </a:spcBef>
              <a:spcAft>
                <a:spcPts val="0"/>
              </a:spcAft>
              <a:buClr>
                <a:schemeClr val="lt1"/>
              </a:buClr>
              <a:buSzPts val="1400"/>
              <a:buFont typeface="Poppins"/>
              <a:buNone/>
              <a:defRPr>
                <a:solidFill>
                  <a:schemeClr val="lt1"/>
                </a:solidFill>
              </a:defRPr>
            </a:lvl9pPr>
          </a:lstStyle>
          <a:p/>
        </p:txBody>
      </p:sp>
      <p:grpSp>
        <p:nvGrpSpPr>
          <p:cNvPr id="391" name="Google Shape;391;p37"/>
          <p:cNvGrpSpPr/>
          <p:nvPr/>
        </p:nvGrpSpPr>
        <p:grpSpPr>
          <a:xfrm>
            <a:off x="128875" y="-1950"/>
            <a:ext cx="8894675" cy="5146650"/>
            <a:chOff x="128875" y="-1950"/>
            <a:chExt cx="8894675" cy="5146650"/>
          </a:xfrm>
        </p:grpSpPr>
        <p:cxnSp>
          <p:nvCxnSpPr>
            <p:cNvPr id="392" name="Google Shape;392;p37"/>
            <p:cNvCxnSpPr/>
            <p:nvPr/>
          </p:nvCxnSpPr>
          <p:spPr>
            <a:xfrm>
              <a:off x="77521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393" name="Google Shape;393;p37"/>
            <p:cNvCxnSpPr/>
            <p:nvPr/>
          </p:nvCxnSpPr>
          <p:spPr>
            <a:xfrm>
              <a:off x="5212100" y="-8"/>
              <a:ext cx="0" cy="1287000"/>
            </a:xfrm>
            <a:prstGeom prst="straightConnector1">
              <a:avLst/>
            </a:prstGeom>
            <a:noFill/>
            <a:ln cap="flat" cmpd="sng" w="9525">
              <a:solidFill>
                <a:schemeClr val="accent3"/>
              </a:solidFill>
              <a:prstDash val="solid"/>
              <a:round/>
              <a:headEnd len="sm" w="sm" type="none"/>
              <a:tailEnd len="sm" w="sm" type="none"/>
            </a:ln>
          </p:spPr>
        </p:cxnSp>
        <p:cxnSp>
          <p:nvCxnSpPr>
            <p:cNvPr id="394" name="Google Shape;394;p37"/>
            <p:cNvCxnSpPr/>
            <p:nvPr/>
          </p:nvCxnSpPr>
          <p:spPr>
            <a:xfrm>
              <a:off x="3950538" y="-1950"/>
              <a:ext cx="0" cy="2578200"/>
            </a:xfrm>
            <a:prstGeom prst="straightConnector1">
              <a:avLst/>
            </a:prstGeom>
            <a:noFill/>
            <a:ln cap="flat" cmpd="sng" w="9525">
              <a:solidFill>
                <a:schemeClr val="accent3"/>
              </a:solidFill>
              <a:prstDash val="solid"/>
              <a:round/>
              <a:headEnd len="sm" w="sm" type="none"/>
              <a:tailEnd len="sm" w="sm" type="none"/>
            </a:ln>
          </p:spPr>
        </p:cxnSp>
        <p:cxnSp>
          <p:nvCxnSpPr>
            <p:cNvPr id="395" name="Google Shape;395;p37"/>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396" name="Google Shape;396;p37"/>
            <p:cNvCxnSpPr/>
            <p:nvPr/>
          </p:nvCxnSpPr>
          <p:spPr>
            <a:xfrm>
              <a:off x="9023250" y="1200"/>
              <a:ext cx="0" cy="5143500"/>
            </a:xfrm>
            <a:prstGeom prst="straightConnector1">
              <a:avLst/>
            </a:prstGeom>
            <a:noFill/>
            <a:ln cap="flat" cmpd="sng" w="9525">
              <a:solidFill>
                <a:schemeClr val="accent3"/>
              </a:solidFill>
              <a:prstDash val="solid"/>
              <a:round/>
              <a:headEnd len="sm" w="sm" type="none"/>
              <a:tailEnd len="sm" w="sm" type="none"/>
            </a:ln>
          </p:spPr>
        </p:cxnSp>
        <p:cxnSp>
          <p:nvCxnSpPr>
            <p:cNvPr id="397" name="Google Shape;397;p37"/>
            <p:cNvCxnSpPr/>
            <p:nvPr/>
          </p:nvCxnSpPr>
          <p:spPr>
            <a:xfrm flipH="1" rot="10800000">
              <a:off x="3953100" y="1284725"/>
              <a:ext cx="3796800" cy="6600"/>
            </a:xfrm>
            <a:prstGeom prst="straightConnector1">
              <a:avLst/>
            </a:prstGeom>
            <a:noFill/>
            <a:ln cap="flat" cmpd="sng" w="9525">
              <a:solidFill>
                <a:schemeClr val="accent3"/>
              </a:solidFill>
              <a:prstDash val="solid"/>
              <a:round/>
              <a:headEnd len="sm" w="sm" type="none"/>
              <a:tailEnd len="sm" w="sm" type="none"/>
            </a:ln>
          </p:spPr>
        </p:cxnSp>
        <p:cxnSp>
          <p:nvCxnSpPr>
            <p:cNvPr id="398" name="Google Shape;398;p37"/>
            <p:cNvCxnSpPr/>
            <p:nvPr/>
          </p:nvCxnSpPr>
          <p:spPr>
            <a:xfrm>
              <a:off x="7753950" y="3875875"/>
              <a:ext cx="1269600" cy="0"/>
            </a:xfrm>
            <a:prstGeom prst="straightConnector1">
              <a:avLst/>
            </a:prstGeom>
            <a:noFill/>
            <a:ln cap="flat" cmpd="sng" w="9525">
              <a:solidFill>
                <a:schemeClr val="accent3"/>
              </a:solidFill>
              <a:prstDash val="solid"/>
              <a:round/>
              <a:headEnd len="sm" w="sm" type="none"/>
              <a:tailEnd len="sm" w="sm" type="none"/>
            </a:ln>
          </p:spPr>
        </p:cxnSp>
        <p:cxnSp>
          <p:nvCxnSpPr>
            <p:cNvPr id="399" name="Google Shape;399;p37"/>
            <p:cNvCxnSpPr/>
            <p:nvPr/>
          </p:nvCxnSpPr>
          <p:spPr>
            <a:xfrm>
              <a:off x="6481000" y="-1125"/>
              <a:ext cx="0" cy="1288200"/>
            </a:xfrm>
            <a:prstGeom prst="straightConnector1">
              <a:avLst/>
            </a:prstGeom>
            <a:noFill/>
            <a:ln cap="flat" cmpd="sng" w="9525">
              <a:solidFill>
                <a:schemeClr val="accent3"/>
              </a:solidFill>
              <a:prstDash val="solid"/>
              <a:round/>
              <a:headEnd len="sm" w="sm" type="none"/>
              <a:tailEnd len="sm" w="sm" type="none"/>
            </a:ln>
          </p:spPr>
        </p:cxnSp>
        <p:cxnSp>
          <p:nvCxnSpPr>
            <p:cNvPr id="400" name="Google Shape;400;p37"/>
            <p:cNvCxnSpPr/>
            <p:nvPr/>
          </p:nvCxnSpPr>
          <p:spPr>
            <a:xfrm>
              <a:off x="143975" y="2579575"/>
              <a:ext cx="8876400" cy="0"/>
            </a:xfrm>
            <a:prstGeom prst="straightConnector1">
              <a:avLst/>
            </a:prstGeom>
            <a:noFill/>
            <a:ln cap="flat" cmpd="sng" w="9525">
              <a:solidFill>
                <a:schemeClr val="accent3"/>
              </a:solidFill>
              <a:prstDash val="solid"/>
              <a:round/>
              <a:headEnd len="sm" w="sm" type="none"/>
              <a:tailEnd len="sm" w="sm" type="none"/>
            </a:ln>
          </p:spPr>
        </p:cxnSp>
      </p:grpSp>
    </p:spTree>
  </p:cSld>
  <p:clrMapOvr>
    <a:masterClrMapping/>
  </p:clrMapOvr>
  <p:extLst>
    <p:ext uri="{DCECCB84-F9BA-43D5-87BE-67443E8EF086}">
      <p15:sldGuideLst>
        <p15:guide id="1" orient="horz" pos="2304">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2">
  <p:cSld name="BLANK_1_1_1_1_1_1_1_2">
    <p:spTree>
      <p:nvGrpSpPr>
        <p:cNvPr id="401" name="Shape 401"/>
        <p:cNvGrpSpPr/>
        <p:nvPr/>
      </p:nvGrpSpPr>
      <p:grpSpPr>
        <a:xfrm>
          <a:off x="0" y="0"/>
          <a:ext cx="0" cy="0"/>
          <a:chOff x="0" y="0"/>
          <a:chExt cx="0" cy="0"/>
        </a:xfrm>
      </p:grpSpPr>
      <p:pic>
        <p:nvPicPr>
          <p:cNvPr id="402" name="Google Shape;402;p38"/>
          <p:cNvPicPr preferRelativeResize="0"/>
          <p:nvPr/>
        </p:nvPicPr>
        <p:blipFill rotWithShape="1">
          <a:blip r:embed="rId2">
            <a:alphaModFix/>
          </a:blip>
          <a:srcRect b="0" l="1088" r="0" t="0"/>
          <a:stretch/>
        </p:blipFill>
        <p:spPr>
          <a:xfrm>
            <a:off x="128875" y="-6275"/>
            <a:ext cx="9044225" cy="5143500"/>
          </a:xfrm>
          <a:prstGeom prst="rect">
            <a:avLst/>
          </a:prstGeom>
          <a:noFill/>
          <a:ln>
            <a:noFill/>
          </a:ln>
        </p:spPr>
      </p:pic>
      <p:sp>
        <p:nvSpPr>
          <p:cNvPr id="403" name="Google Shape;403;p38"/>
          <p:cNvSpPr txBox="1"/>
          <p:nvPr>
            <p:ph idx="1" type="subTitle"/>
          </p:nvPr>
        </p:nvSpPr>
        <p:spPr>
          <a:xfrm>
            <a:off x="128875" y="-450"/>
            <a:ext cx="2541000" cy="1291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9pPr>
          </a:lstStyle>
          <a:p/>
        </p:txBody>
      </p:sp>
      <p:sp>
        <p:nvSpPr>
          <p:cNvPr id="404" name="Google Shape;404;p38"/>
          <p:cNvSpPr txBox="1"/>
          <p:nvPr>
            <p:ph type="title"/>
          </p:nvPr>
        </p:nvSpPr>
        <p:spPr>
          <a:xfrm>
            <a:off x="128125" y="2579575"/>
            <a:ext cx="5346900" cy="2332800"/>
          </a:xfrm>
          <a:prstGeom prst="rect">
            <a:avLst/>
          </a:prstGeom>
          <a:noFill/>
          <a:ln>
            <a:noFill/>
          </a:ln>
        </p:spPr>
        <p:txBody>
          <a:bodyPr anchorCtr="0" anchor="b" bIns="0" lIns="91425" spcFirstLastPara="1" rIns="91425" wrap="square" tIns="91425">
            <a:noAutofit/>
          </a:bodyPr>
          <a:lstStyle>
            <a:lvl1pPr lvl="0" algn="l">
              <a:lnSpc>
                <a:spcPct val="90000"/>
              </a:lnSpc>
              <a:spcBef>
                <a:spcPts val="0"/>
              </a:spcBef>
              <a:spcAft>
                <a:spcPts val="0"/>
              </a:spcAft>
              <a:buSzPts val="2400"/>
              <a:buNone/>
              <a:defRPr/>
            </a:lvl1pPr>
            <a:lvl2pPr lvl="1" algn="l">
              <a:lnSpc>
                <a:spcPct val="115000"/>
              </a:lnSpc>
              <a:spcBef>
                <a:spcPts val="0"/>
              </a:spcBef>
              <a:spcAft>
                <a:spcPts val="0"/>
              </a:spcAft>
              <a:buSzPts val="2400"/>
              <a:buNone/>
              <a:defRPr>
                <a:latin typeface="Poppins SemiBold"/>
                <a:ea typeface="Poppins SemiBold"/>
                <a:cs typeface="Poppins SemiBold"/>
                <a:sym typeface="Poppins SemiBold"/>
              </a:defRPr>
            </a:lvl2pPr>
            <a:lvl3pPr lvl="2" algn="l">
              <a:lnSpc>
                <a:spcPct val="115000"/>
              </a:lnSpc>
              <a:spcBef>
                <a:spcPts val="0"/>
              </a:spcBef>
              <a:spcAft>
                <a:spcPts val="0"/>
              </a:spcAft>
              <a:buSzPts val="2400"/>
              <a:buNone/>
              <a:defRPr>
                <a:latin typeface="Poppins SemiBold"/>
                <a:ea typeface="Poppins SemiBold"/>
                <a:cs typeface="Poppins SemiBold"/>
                <a:sym typeface="Poppins SemiBold"/>
              </a:defRPr>
            </a:lvl3pPr>
            <a:lvl4pPr lvl="3" algn="l">
              <a:lnSpc>
                <a:spcPct val="115000"/>
              </a:lnSpc>
              <a:spcBef>
                <a:spcPts val="0"/>
              </a:spcBef>
              <a:spcAft>
                <a:spcPts val="0"/>
              </a:spcAft>
              <a:buSzPts val="2400"/>
              <a:buNone/>
              <a:defRPr>
                <a:latin typeface="Poppins SemiBold"/>
                <a:ea typeface="Poppins SemiBold"/>
                <a:cs typeface="Poppins SemiBold"/>
                <a:sym typeface="Poppins SemiBold"/>
              </a:defRPr>
            </a:lvl4pPr>
            <a:lvl5pPr lvl="4" algn="l">
              <a:lnSpc>
                <a:spcPct val="115000"/>
              </a:lnSpc>
              <a:spcBef>
                <a:spcPts val="0"/>
              </a:spcBef>
              <a:spcAft>
                <a:spcPts val="0"/>
              </a:spcAft>
              <a:buSzPts val="2400"/>
              <a:buNone/>
              <a:defRPr>
                <a:latin typeface="Poppins SemiBold"/>
                <a:ea typeface="Poppins SemiBold"/>
                <a:cs typeface="Poppins SemiBold"/>
                <a:sym typeface="Poppins SemiBold"/>
              </a:defRPr>
            </a:lvl5pPr>
            <a:lvl6pPr lvl="5" algn="l">
              <a:lnSpc>
                <a:spcPct val="115000"/>
              </a:lnSpc>
              <a:spcBef>
                <a:spcPts val="0"/>
              </a:spcBef>
              <a:spcAft>
                <a:spcPts val="0"/>
              </a:spcAft>
              <a:buSzPts val="2400"/>
              <a:buNone/>
              <a:defRPr>
                <a:latin typeface="Poppins SemiBold"/>
                <a:ea typeface="Poppins SemiBold"/>
                <a:cs typeface="Poppins SemiBold"/>
                <a:sym typeface="Poppins SemiBold"/>
              </a:defRPr>
            </a:lvl6pPr>
            <a:lvl7pPr lvl="6" algn="l">
              <a:lnSpc>
                <a:spcPct val="115000"/>
              </a:lnSpc>
              <a:spcBef>
                <a:spcPts val="0"/>
              </a:spcBef>
              <a:spcAft>
                <a:spcPts val="0"/>
              </a:spcAft>
              <a:buSzPts val="2400"/>
              <a:buNone/>
              <a:defRPr>
                <a:latin typeface="Poppins SemiBold"/>
                <a:ea typeface="Poppins SemiBold"/>
                <a:cs typeface="Poppins SemiBold"/>
                <a:sym typeface="Poppins SemiBold"/>
              </a:defRPr>
            </a:lvl7pPr>
            <a:lvl8pPr lvl="7" algn="l">
              <a:lnSpc>
                <a:spcPct val="115000"/>
              </a:lnSpc>
              <a:spcBef>
                <a:spcPts val="0"/>
              </a:spcBef>
              <a:spcAft>
                <a:spcPts val="0"/>
              </a:spcAft>
              <a:buSzPts val="2400"/>
              <a:buNone/>
              <a:defRPr>
                <a:latin typeface="Poppins SemiBold"/>
                <a:ea typeface="Poppins SemiBold"/>
                <a:cs typeface="Poppins SemiBold"/>
                <a:sym typeface="Poppins SemiBold"/>
              </a:defRPr>
            </a:lvl8pPr>
            <a:lvl9pPr lvl="8" algn="l">
              <a:lnSpc>
                <a:spcPct val="115000"/>
              </a:lnSpc>
              <a:spcBef>
                <a:spcPts val="0"/>
              </a:spcBef>
              <a:spcAft>
                <a:spcPts val="0"/>
              </a:spcAft>
              <a:buSzPts val="2400"/>
              <a:buNone/>
              <a:defRPr>
                <a:latin typeface="Poppins SemiBold"/>
                <a:ea typeface="Poppins SemiBold"/>
                <a:cs typeface="Poppins SemiBold"/>
                <a:sym typeface="Poppins SemiBold"/>
              </a:defRPr>
            </a:lvl9pPr>
          </a:lstStyle>
          <a:p/>
        </p:txBody>
      </p:sp>
      <p:sp>
        <p:nvSpPr>
          <p:cNvPr id="405" name="Google Shape;405;p38"/>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6" name="Google Shape;406;p38"/>
          <p:cNvSpPr/>
          <p:nvPr>
            <p:ph idx="2" type="pic"/>
          </p:nvPr>
        </p:nvSpPr>
        <p:spPr>
          <a:xfrm>
            <a:off x="2673625" y="-3975"/>
            <a:ext cx="1261800" cy="1291800"/>
          </a:xfrm>
          <a:prstGeom prst="rect">
            <a:avLst/>
          </a:prstGeom>
          <a:noFill/>
          <a:ln>
            <a:noFill/>
          </a:ln>
        </p:spPr>
      </p:sp>
      <p:sp>
        <p:nvSpPr>
          <p:cNvPr id="407" name="Google Shape;407;p38"/>
          <p:cNvSpPr/>
          <p:nvPr>
            <p:ph idx="3" type="pic"/>
          </p:nvPr>
        </p:nvSpPr>
        <p:spPr>
          <a:xfrm>
            <a:off x="7752125" y="-2225"/>
            <a:ext cx="1264500" cy="3858300"/>
          </a:xfrm>
          <a:prstGeom prst="rect">
            <a:avLst/>
          </a:prstGeom>
          <a:noFill/>
          <a:ln>
            <a:noFill/>
          </a:ln>
        </p:spPr>
      </p:sp>
      <p:grpSp>
        <p:nvGrpSpPr>
          <p:cNvPr id="408" name="Google Shape;408;p38"/>
          <p:cNvGrpSpPr/>
          <p:nvPr/>
        </p:nvGrpSpPr>
        <p:grpSpPr>
          <a:xfrm>
            <a:off x="128875" y="-3350"/>
            <a:ext cx="8890817" cy="5151000"/>
            <a:chOff x="128875" y="-3350"/>
            <a:chExt cx="8894375" cy="5151000"/>
          </a:xfrm>
        </p:grpSpPr>
        <p:cxnSp>
          <p:nvCxnSpPr>
            <p:cNvPr id="409" name="Google Shape;409;p38"/>
            <p:cNvCxnSpPr/>
            <p:nvPr/>
          </p:nvCxnSpPr>
          <p:spPr>
            <a:xfrm>
              <a:off x="6481000" y="-1125"/>
              <a:ext cx="0" cy="5145900"/>
            </a:xfrm>
            <a:prstGeom prst="straightConnector1">
              <a:avLst/>
            </a:prstGeom>
            <a:noFill/>
            <a:ln cap="flat" cmpd="sng" w="9525">
              <a:solidFill>
                <a:schemeClr val="accent3"/>
              </a:solidFill>
              <a:prstDash val="solid"/>
              <a:round/>
              <a:headEnd len="sm" w="sm" type="none"/>
              <a:tailEnd len="sm" w="sm" type="none"/>
            </a:ln>
          </p:spPr>
        </p:cxnSp>
        <p:cxnSp>
          <p:nvCxnSpPr>
            <p:cNvPr id="410" name="Google Shape;410;p38"/>
            <p:cNvCxnSpPr/>
            <p:nvPr/>
          </p:nvCxnSpPr>
          <p:spPr>
            <a:xfrm>
              <a:off x="7752125" y="-3350"/>
              <a:ext cx="0" cy="5151000"/>
            </a:xfrm>
            <a:prstGeom prst="straightConnector1">
              <a:avLst/>
            </a:prstGeom>
            <a:noFill/>
            <a:ln cap="flat" cmpd="sng" w="9525">
              <a:solidFill>
                <a:schemeClr val="accent3"/>
              </a:solidFill>
              <a:prstDash val="solid"/>
              <a:round/>
              <a:headEnd len="sm" w="sm" type="none"/>
              <a:tailEnd len="sm" w="sm" type="none"/>
            </a:ln>
          </p:spPr>
        </p:cxnSp>
        <p:cxnSp>
          <p:nvCxnSpPr>
            <p:cNvPr id="411" name="Google Shape;411;p38"/>
            <p:cNvCxnSpPr/>
            <p:nvPr/>
          </p:nvCxnSpPr>
          <p:spPr>
            <a:xfrm>
              <a:off x="6483092" y="3861475"/>
              <a:ext cx="2537700" cy="0"/>
            </a:xfrm>
            <a:prstGeom prst="straightConnector1">
              <a:avLst/>
            </a:prstGeom>
            <a:noFill/>
            <a:ln cap="flat" cmpd="sng" w="9525">
              <a:solidFill>
                <a:schemeClr val="accent3"/>
              </a:solidFill>
              <a:prstDash val="solid"/>
              <a:round/>
              <a:headEnd len="sm" w="sm" type="none"/>
              <a:tailEnd len="sm" w="sm" type="none"/>
            </a:ln>
          </p:spPr>
        </p:cxnSp>
        <p:cxnSp>
          <p:nvCxnSpPr>
            <p:cNvPr id="412" name="Google Shape;412;p38"/>
            <p:cNvCxnSpPr/>
            <p:nvPr/>
          </p:nvCxnSpPr>
          <p:spPr>
            <a:xfrm>
              <a:off x="6484267" y="2579575"/>
              <a:ext cx="1268700" cy="0"/>
            </a:xfrm>
            <a:prstGeom prst="straightConnector1">
              <a:avLst/>
            </a:prstGeom>
            <a:noFill/>
            <a:ln cap="flat" cmpd="sng" w="9525">
              <a:solidFill>
                <a:schemeClr val="accent3"/>
              </a:solidFill>
              <a:prstDash val="solid"/>
              <a:round/>
              <a:headEnd len="sm" w="sm" type="none"/>
              <a:tailEnd len="sm" w="sm" type="none"/>
            </a:ln>
          </p:spPr>
        </p:cxnSp>
        <p:cxnSp>
          <p:nvCxnSpPr>
            <p:cNvPr id="413" name="Google Shape;413;p38"/>
            <p:cNvCxnSpPr/>
            <p:nvPr/>
          </p:nvCxnSpPr>
          <p:spPr>
            <a:xfrm>
              <a:off x="5212108" y="-616"/>
              <a:ext cx="0" cy="1291200"/>
            </a:xfrm>
            <a:prstGeom prst="straightConnector1">
              <a:avLst/>
            </a:prstGeom>
            <a:noFill/>
            <a:ln cap="flat" cmpd="sng" w="9525">
              <a:solidFill>
                <a:schemeClr val="accent3"/>
              </a:solidFill>
              <a:prstDash val="solid"/>
              <a:round/>
              <a:headEnd len="sm" w="sm" type="none"/>
              <a:tailEnd len="sm" w="sm" type="none"/>
            </a:ln>
          </p:spPr>
        </p:cxnSp>
        <p:cxnSp>
          <p:nvCxnSpPr>
            <p:cNvPr id="414" name="Google Shape;414;p38"/>
            <p:cNvCxnSpPr/>
            <p:nvPr/>
          </p:nvCxnSpPr>
          <p:spPr>
            <a:xfrm>
              <a:off x="3940162" y="-616"/>
              <a:ext cx="0" cy="1291200"/>
            </a:xfrm>
            <a:prstGeom prst="straightConnector1">
              <a:avLst/>
            </a:prstGeom>
            <a:noFill/>
            <a:ln cap="flat" cmpd="sng" w="9525">
              <a:solidFill>
                <a:schemeClr val="accent3"/>
              </a:solidFill>
              <a:prstDash val="solid"/>
              <a:round/>
              <a:headEnd len="sm" w="sm" type="none"/>
              <a:tailEnd len="sm" w="sm" type="none"/>
            </a:ln>
          </p:spPr>
        </p:cxnSp>
        <p:cxnSp>
          <p:nvCxnSpPr>
            <p:cNvPr id="415" name="Google Shape;415;p38"/>
            <p:cNvCxnSpPr/>
            <p:nvPr/>
          </p:nvCxnSpPr>
          <p:spPr>
            <a:xfrm>
              <a:off x="2669741" y="-1225"/>
              <a:ext cx="0" cy="1291800"/>
            </a:xfrm>
            <a:prstGeom prst="straightConnector1">
              <a:avLst/>
            </a:prstGeom>
            <a:noFill/>
            <a:ln cap="flat" cmpd="sng" w="9525">
              <a:solidFill>
                <a:schemeClr val="accent3"/>
              </a:solidFill>
              <a:prstDash val="solid"/>
              <a:round/>
              <a:headEnd len="sm" w="sm" type="none"/>
              <a:tailEnd len="sm" w="sm" type="none"/>
            </a:ln>
          </p:spPr>
        </p:cxnSp>
        <p:cxnSp>
          <p:nvCxnSpPr>
            <p:cNvPr id="416" name="Google Shape;416;p38"/>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417" name="Google Shape;417;p38"/>
            <p:cNvCxnSpPr/>
            <p:nvPr/>
          </p:nvCxnSpPr>
          <p:spPr>
            <a:xfrm>
              <a:off x="9023250" y="1200"/>
              <a:ext cx="0" cy="5143500"/>
            </a:xfrm>
            <a:prstGeom prst="straightConnector1">
              <a:avLst/>
            </a:prstGeom>
            <a:noFill/>
            <a:ln cap="flat" cmpd="sng" w="9525">
              <a:solidFill>
                <a:schemeClr val="accent3"/>
              </a:solidFill>
              <a:prstDash val="solid"/>
              <a:round/>
              <a:headEnd len="sm" w="sm" type="none"/>
              <a:tailEnd len="sm" w="sm" type="none"/>
            </a:ln>
          </p:spPr>
        </p:cxnSp>
        <p:cxnSp>
          <p:nvCxnSpPr>
            <p:cNvPr id="418" name="Google Shape;418;p38"/>
            <p:cNvCxnSpPr/>
            <p:nvPr/>
          </p:nvCxnSpPr>
          <p:spPr>
            <a:xfrm>
              <a:off x="128875" y="1291375"/>
              <a:ext cx="7626300" cy="0"/>
            </a:xfrm>
            <a:prstGeom prst="straightConnector1">
              <a:avLst/>
            </a:prstGeom>
            <a:noFill/>
            <a:ln cap="flat" cmpd="sng" w="9525">
              <a:solidFill>
                <a:schemeClr val="accent3"/>
              </a:solidFill>
              <a:prstDash val="solid"/>
              <a:round/>
              <a:headEnd len="sm" w="sm" type="none"/>
              <a:tailEnd len="sm" w="sm" type="none"/>
            </a:ln>
          </p:spPr>
        </p:cxn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19" name="Shape 419"/>
        <p:cNvGrpSpPr/>
        <p:nvPr/>
      </p:nvGrpSpPr>
      <p:grpSpPr>
        <a:xfrm>
          <a:off x="0" y="0"/>
          <a:ext cx="0" cy="0"/>
          <a:chOff x="0" y="0"/>
          <a:chExt cx="0" cy="0"/>
        </a:xfrm>
      </p:grpSpPr>
      <p:sp>
        <p:nvSpPr>
          <p:cNvPr id="420" name="Google Shape;420;p3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spAutoFit/>
          </a:bodyPr>
          <a:lstStyle>
            <a:lvl1pPr lvl="0" algn="ctr">
              <a:lnSpc>
                <a:spcPct val="90000"/>
              </a:lnSpc>
              <a:spcBef>
                <a:spcPts val="0"/>
              </a:spcBef>
              <a:spcAft>
                <a:spcPts val="0"/>
              </a:spcAft>
              <a:buSzPts val="5200"/>
              <a:buChar char="●"/>
              <a:defRPr sz="5200"/>
            </a:lvl1pPr>
            <a:lvl2pPr lvl="1" algn="ctr">
              <a:lnSpc>
                <a:spcPct val="115000"/>
              </a:lnSpc>
              <a:spcBef>
                <a:spcPts val="0"/>
              </a:spcBef>
              <a:spcAft>
                <a:spcPts val="0"/>
              </a:spcAft>
              <a:buSzPts val="5200"/>
              <a:buChar char="○"/>
              <a:defRPr sz="5200"/>
            </a:lvl2pPr>
            <a:lvl3pPr lvl="2" algn="ctr">
              <a:lnSpc>
                <a:spcPct val="115000"/>
              </a:lnSpc>
              <a:spcBef>
                <a:spcPts val="0"/>
              </a:spcBef>
              <a:spcAft>
                <a:spcPts val="0"/>
              </a:spcAft>
              <a:buSzPts val="5200"/>
              <a:buChar char="■"/>
              <a:defRPr sz="5200"/>
            </a:lvl3pPr>
            <a:lvl4pPr lvl="3" algn="ctr">
              <a:lnSpc>
                <a:spcPct val="115000"/>
              </a:lnSpc>
              <a:spcBef>
                <a:spcPts val="0"/>
              </a:spcBef>
              <a:spcAft>
                <a:spcPts val="0"/>
              </a:spcAft>
              <a:buSzPts val="5200"/>
              <a:buChar char="●"/>
              <a:defRPr sz="5200"/>
            </a:lvl4pPr>
            <a:lvl5pPr lvl="4" algn="ctr">
              <a:lnSpc>
                <a:spcPct val="115000"/>
              </a:lnSpc>
              <a:spcBef>
                <a:spcPts val="0"/>
              </a:spcBef>
              <a:spcAft>
                <a:spcPts val="0"/>
              </a:spcAft>
              <a:buSzPts val="5200"/>
              <a:buChar char="○"/>
              <a:defRPr sz="5200"/>
            </a:lvl5pPr>
            <a:lvl6pPr lvl="5" algn="ctr">
              <a:lnSpc>
                <a:spcPct val="115000"/>
              </a:lnSpc>
              <a:spcBef>
                <a:spcPts val="0"/>
              </a:spcBef>
              <a:spcAft>
                <a:spcPts val="0"/>
              </a:spcAft>
              <a:buSzPts val="5200"/>
              <a:buChar char="■"/>
              <a:defRPr sz="5200"/>
            </a:lvl6pPr>
            <a:lvl7pPr lvl="6" algn="ctr">
              <a:lnSpc>
                <a:spcPct val="115000"/>
              </a:lnSpc>
              <a:spcBef>
                <a:spcPts val="0"/>
              </a:spcBef>
              <a:spcAft>
                <a:spcPts val="0"/>
              </a:spcAft>
              <a:buSzPts val="5200"/>
              <a:buChar char="●"/>
              <a:defRPr sz="5200"/>
            </a:lvl7pPr>
            <a:lvl8pPr lvl="7" algn="ctr">
              <a:lnSpc>
                <a:spcPct val="115000"/>
              </a:lnSpc>
              <a:spcBef>
                <a:spcPts val="0"/>
              </a:spcBef>
              <a:spcAft>
                <a:spcPts val="0"/>
              </a:spcAft>
              <a:buSzPts val="5200"/>
              <a:buChar char="○"/>
              <a:defRPr sz="5200"/>
            </a:lvl8pPr>
            <a:lvl9pPr lvl="8" algn="ctr">
              <a:lnSpc>
                <a:spcPct val="115000"/>
              </a:lnSpc>
              <a:spcBef>
                <a:spcPts val="0"/>
              </a:spcBef>
              <a:spcAft>
                <a:spcPts val="0"/>
              </a:spcAft>
              <a:buSzPts val="5200"/>
              <a:buChar char="■"/>
              <a:defRPr sz="5200"/>
            </a:lvl9pPr>
          </a:lstStyle>
          <a:p/>
        </p:txBody>
      </p:sp>
      <p:sp>
        <p:nvSpPr>
          <p:cNvPr id="421" name="Google Shape;421;p3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sz="2800"/>
            </a:lvl1pPr>
            <a:lvl2pPr lvl="1" algn="ctr">
              <a:lnSpc>
                <a:spcPct val="115000"/>
              </a:lnSpc>
              <a:spcBef>
                <a:spcPts val="0"/>
              </a:spcBef>
              <a:spcAft>
                <a:spcPts val="0"/>
              </a:spcAft>
              <a:buSzPts val="2800"/>
              <a:buNone/>
              <a:defRPr sz="2800"/>
            </a:lvl2pPr>
            <a:lvl3pPr lvl="2" algn="ctr">
              <a:lnSpc>
                <a:spcPct val="115000"/>
              </a:lnSpc>
              <a:spcBef>
                <a:spcPts val="0"/>
              </a:spcBef>
              <a:spcAft>
                <a:spcPts val="0"/>
              </a:spcAft>
              <a:buSzPts val="2800"/>
              <a:buNone/>
              <a:defRPr sz="2800"/>
            </a:lvl3pPr>
            <a:lvl4pPr lvl="3" algn="ctr">
              <a:lnSpc>
                <a:spcPct val="115000"/>
              </a:lnSpc>
              <a:spcBef>
                <a:spcPts val="0"/>
              </a:spcBef>
              <a:spcAft>
                <a:spcPts val="0"/>
              </a:spcAft>
              <a:buSzPts val="2800"/>
              <a:buNone/>
              <a:defRPr sz="2800"/>
            </a:lvl4pPr>
            <a:lvl5pPr lvl="4" algn="ctr">
              <a:lnSpc>
                <a:spcPct val="115000"/>
              </a:lnSpc>
              <a:spcBef>
                <a:spcPts val="0"/>
              </a:spcBef>
              <a:spcAft>
                <a:spcPts val="0"/>
              </a:spcAft>
              <a:buSzPts val="2800"/>
              <a:buNone/>
              <a:defRPr sz="2800"/>
            </a:lvl5pPr>
            <a:lvl6pPr lvl="5" algn="ctr">
              <a:lnSpc>
                <a:spcPct val="115000"/>
              </a:lnSpc>
              <a:spcBef>
                <a:spcPts val="0"/>
              </a:spcBef>
              <a:spcAft>
                <a:spcPts val="0"/>
              </a:spcAft>
              <a:buSzPts val="2800"/>
              <a:buNone/>
              <a:defRPr sz="2800"/>
            </a:lvl6pPr>
            <a:lvl7pPr lvl="6" algn="ctr">
              <a:lnSpc>
                <a:spcPct val="115000"/>
              </a:lnSpc>
              <a:spcBef>
                <a:spcPts val="0"/>
              </a:spcBef>
              <a:spcAft>
                <a:spcPts val="0"/>
              </a:spcAft>
              <a:buSzPts val="2800"/>
              <a:buNone/>
              <a:defRPr sz="2800"/>
            </a:lvl7pPr>
            <a:lvl8pPr lvl="7" algn="ctr">
              <a:lnSpc>
                <a:spcPct val="115000"/>
              </a:lnSpc>
              <a:spcBef>
                <a:spcPts val="0"/>
              </a:spcBef>
              <a:spcAft>
                <a:spcPts val="0"/>
              </a:spcAft>
              <a:buSzPts val="2800"/>
              <a:buNone/>
              <a:defRPr sz="2800"/>
            </a:lvl8pPr>
            <a:lvl9pPr lvl="8" algn="ctr">
              <a:lnSpc>
                <a:spcPct val="115000"/>
              </a:lnSpc>
              <a:spcBef>
                <a:spcPts val="0"/>
              </a:spcBef>
              <a:spcAft>
                <a:spcPts val="0"/>
              </a:spcAft>
              <a:buSzPts val="2800"/>
              <a:buNone/>
              <a:defRPr sz="2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22" name="Shape 422"/>
        <p:cNvGrpSpPr/>
        <p:nvPr/>
      </p:nvGrpSpPr>
      <p:grpSpPr>
        <a:xfrm>
          <a:off x="0" y="0"/>
          <a:ext cx="0" cy="0"/>
          <a:chOff x="0" y="0"/>
          <a:chExt cx="0" cy="0"/>
        </a:xfrm>
      </p:grpSpPr>
      <p:sp>
        <p:nvSpPr>
          <p:cNvPr id="423" name="Google Shape;423;p4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spAutoFit/>
          </a:bodyPr>
          <a:lstStyle>
            <a:lvl1pPr lvl="0" algn="ctr">
              <a:lnSpc>
                <a:spcPct val="90000"/>
              </a:lnSpc>
              <a:spcBef>
                <a:spcPts val="0"/>
              </a:spcBef>
              <a:spcAft>
                <a:spcPts val="0"/>
              </a:spcAft>
              <a:buSzPts val="3600"/>
              <a:buChar char="●"/>
              <a:defRPr sz="3600"/>
            </a:lvl1pPr>
            <a:lvl2pPr lvl="1" algn="ctr">
              <a:lnSpc>
                <a:spcPct val="115000"/>
              </a:lnSpc>
              <a:spcBef>
                <a:spcPts val="0"/>
              </a:spcBef>
              <a:spcAft>
                <a:spcPts val="0"/>
              </a:spcAft>
              <a:buSzPts val="3600"/>
              <a:buChar char="○"/>
              <a:defRPr sz="3600"/>
            </a:lvl2pPr>
            <a:lvl3pPr lvl="2" algn="ctr">
              <a:lnSpc>
                <a:spcPct val="115000"/>
              </a:lnSpc>
              <a:spcBef>
                <a:spcPts val="0"/>
              </a:spcBef>
              <a:spcAft>
                <a:spcPts val="0"/>
              </a:spcAft>
              <a:buSzPts val="3600"/>
              <a:buChar char="■"/>
              <a:defRPr sz="3600"/>
            </a:lvl3pPr>
            <a:lvl4pPr lvl="3" algn="ctr">
              <a:lnSpc>
                <a:spcPct val="115000"/>
              </a:lnSpc>
              <a:spcBef>
                <a:spcPts val="0"/>
              </a:spcBef>
              <a:spcAft>
                <a:spcPts val="0"/>
              </a:spcAft>
              <a:buSzPts val="3600"/>
              <a:buChar char="●"/>
              <a:defRPr sz="3600"/>
            </a:lvl4pPr>
            <a:lvl5pPr lvl="4" algn="ctr">
              <a:lnSpc>
                <a:spcPct val="115000"/>
              </a:lnSpc>
              <a:spcBef>
                <a:spcPts val="0"/>
              </a:spcBef>
              <a:spcAft>
                <a:spcPts val="0"/>
              </a:spcAft>
              <a:buSzPts val="3600"/>
              <a:buChar char="○"/>
              <a:defRPr sz="3600"/>
            </a:lvl5pPr>
            <a:lvl6pPr lvl="5" algn="ctr">
              <a:lnSpc>
                <a:spcPct val="115000"/>
              </a:lnSpc>
              <a:spcBef>
                <a:spcPts val="0"/>
              </a:spcBef>
              <a:spcAft>
                <a:spcPts val="0"/>
              </a:spcAft>
              <a:buSzPts val="3600"/>
              <a:buChar char="■"/>
              <a:defRPr sz="3600"/>
            </a:lvl6pPr>
            <a:lvl7pPr lvl="6" algn="ctr">
              <a:lnSpc>
                <a:spcPct val="115000"/>
              </a:lnSpc>
              <a:spcBef>
                <a:spcPts val="0"/>
              </a:spcBef>
              <a:spcAft>
                <a:spcPts val="0"/>
              </a:spcAft>
              <a:buSzPts val="3600"/>
              <a:buChar char="●"/>
              <a:defRPr sz="3600"/>
            </a:lvl7pPr>
            <a:lvl8pPr lvl="7" algn="ctr">
              <a:lnSpc>
                <a:spcPct val="115000"/>
              </a:lnSpc>
              <a:spcBef>
                <a:spcPts val="0"/>
              </a:spcBef>
              <a:spcAft>
                <a:spcPts val="0"/>
              </a:spcAft>
              <a:buSzPts val="3600"/>
              <a:buChar char="○"/>
              <a:defRPr sz="3600"/>
            </a:lvl8pPr>
            <a:lvl9pPr lvl="8" algn="ctr">
              <a:lnSpc>
                <a:spcPct val="115000"/>
              </a:lnSpc>
              <a:spcBef>
                <a:spcPts val="0"/>
              </a:spcBef>
              <a:spcAft>
                <a:spcPts val="0"/>
              </a:spcAft>
              <a:buSzPts val="3600"/>
              <a:buChar char="■"/>
              <a:defRPr sz="36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24" name="Shape 424"/>
        <p:cNvGrpSpPr/>
        <p:nvPr/>
      </p:nvGrpSpPr>
      <p:grpSpPr>
        <a:xfrm>
          <a:off x="0" y="0"/>
          <a:ext cx="0" cy="0"/>
          <a:chOff x="0" y="0"/>
          <a:chExt cx="0" cy="0"/>
        </a:xfrm>
      </p:grpSpPr>
      <p:sp>
        <p:nvSpPr>
          <p:cNvPr id="425" name="Google Shape;425;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426" name="Google Shape;426;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27" name="Shape 427"/>
        <p:cNvGrpSpPr/>
        <p:nvPr/>
      </p:nvGrpSpPr>
      <p:grpSpPr>
        <a:xfrm>
          <a:off x="0" y="0"/>
          <a:ext cx="0" cy="0"/>
          <a:chOff x="0" y="0"/>
          <a:chExt cx="0" cy="0"/>
        </a:xfrm>
      </p:grpSpPr>
      <p:sp>
        <p:nvSpPr>
          <p:cNvPr id="428" name="Google Shape;428;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429" name="Google Shape;429;p4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30" name="Google Shape;430;p4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800"/>
              </a:spcBef>
              <a:spcAft>
                <a:spcPts val="0"/>
              </a:spcAft>
              <a:buSzPts val="1200"/>
              <a:buChar char="○"/>
              <a:defRPr sz="1200"/>
            </a:lvl2pPr>
            <a:lvl3pPr indent="-304800" lvl="2" marL="1371600" algn="l">
              <a:lnSpc>
                <a:spcPct val="115000"/>
              </a:lnSpc>
              <a:spcBef>
                <a:spcPts val="800"/>
              </a:spcBef>
              <a:spcAft>
                <a:spcPts val="0"/>
              </a:spcAft>
              <a:buSzPts val="1200"/>
              <a:buChar char="■"/>
              <a:defRPr sz="1200"/>
            </a:lvl3pPr>
            <a:lvl4pPr indent="-304800" lvl="3" marL="1828800" algn="l">
              <a:lnSpc>
                <a:spcPct val="115000"/>
              </a:lnSpc>
              <a:spcBef>
                <a:spcPts val="800"/>
              </a:spcBef>
              <a:spcAft>
                <a:spcPts val="0"/>
              </a:spcAft>
              <a:buSzPts val="1200"/>
              <a:buChar char="●"/>
              <a:defRPr sz="1200"/>
            </a:lvl4pPr>
            <a:lvl5pPr indent="-304800" lvl="4" marL="2286000" algn="l">
              <a:lnSpc>
                <a:spcPct val="115000"/>
              </a:lnSpc>
              <a:spcBef>
                <a:spcPts val="800"/>
              </a:spcBef>
              <a:spcAft>
                <a:spcPts val="0"/>
              </a:spcAft>
              <a:buSzPts val="1200"/>
              <a:buChar char="○"/>
              <a:defRPr sz="1200"/>
            </a:lvl5pPr>
            <a:lvl6pPr indent="-304800" lvl="5" marL="2743200" algn="l">
              <a:lnSpc>
                <a:spcPct val="115000"/>
              </a:lnSpc>
              <a:spcBef>
                <a:spcPts val="800"/>
              </a:spcBef>
              <a:spcAft>
                <a:spcPts val="0"/>
              </a:spcAft>
              <a:buSzPts val="1200"/>
              <a:buChar char="■"/>
              <a:defRPr sz="1200"/>
            </a:lvl6pPr>
            <a:lvl7pPr indent="-304800" lvl="6" marL="3200400" algn="l">
              <a:lnSpc>
                <a:spcPct val="115000"/>
              </a:lnSpc>
              <a:spcBef>
                <a:spcPts val="800"/>
              </a:spcBef>
              <a:spcAft>
                <a:spcPts val="0"/>
              </a:spcAft>
              <a:buSzPts val="1200"/>
              <a:buChar char="●"/>
              <a:defRPr sz="1200"/>
            </a:lvl7pPr>
            <a:lvl8pPr indent="-304800" lvl="7" marL="3657600" algn="l">
              <a:lnSpc>
                <a:spcPct val="115000"/>
              </a:lnSpc>
              <a:spcBef>
                <a:spcPts val="800"/>
              </a:spcBef>
              <a:spcAft>
                <a:spcPts val="0"/>
              </a:spcAft>
              <a:buSzPts val="1200"/>
              <a:buChar char="○"/>
              <a:defRPr sz="1200"/>
            </a:lvl8pPr>
            <a:lvl9pPr indent="-304800" lvl="8" marL="4114800" algn="l">
              <a:lnSpc>
                <a:spcPct val="115000"/>
              </a:lnSpc>
              <a:spcBef>
                <a:spcPts val="800"/>
              </a:spcBef>
              <a:spcAft>
                <a:spcPts val="800"/>
              </a:spcAft>
              <a:buSzPts val="1200"/>
              <a:buChar char="■"/>
              <a:defRPr sz="12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31" name="Shape 431"/>
        <p:cNvGrpSpPr/>
        <p:nvPr/>
      </p:nvGrpSpPr>
      <p:grpSpPr>
        <a:xfrm>
          <a:off x="0" y="0"/>
          <a:ext cx="0" cy="0"/>
          <a:chOff x="0" y="0"/>
          <a:chExt cx="0" cy="0"/>
        </a:xfrm>
      </p:grpSpPr>
      <p:sp>
        <p:nvSpPr>
          <p:cNvPr id="432" name="Google Shape;432;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33" name="Shape 433"/>
        <p:cNvGrpSpPr/>
        <p:nvPr/>
      </p:nvGrpSpPr>
      <p:grpSpPr>
        <a:xfrm>
          <a:off x="0" y="0"/>
          <a:ext cx="0" cy="0"/>
          <a:chOff x="0" y="0"/>
          <a:chExt cx="0" cy="0"/>
        </a:xfrm>
      </p:grpSpPr>
      <p:sp>
        <p:nvSpPr>
          <p:cNvPr id="434" name="Google Shape;434;p4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spAutoFit/>
          </a:bodyPr>
          <a:lstStyle>
            <a:lvl1pPr lvl="0" algn="l">
              <a:lnSpc>
                <a:spcPct val="90000"/>
              </a:lnSpc>
              <a:spcBef>
                <a:spcPts val="0"/>
              </a:spcBef>
              <a:spcAft>
                <a:spcPts val="0"/>
              </a:spcAft>
              <a:buSzPts val="2400"/>
              <a:buChar char="●"/>
              <a:defRPr/>
            </a:lvl1pPr>
            <a:lvl2pPr lvl="1" algn="l">
              <a:lnSpc>
                <a:spcPct val="115000"/>
              </a:lnSpc>
              <a:spcBef>
                <a:spcPts val="0"/>
              </a:spcBef>
              <a:spcAft>
                <a:spcPts val="0"/>
              </a:spcAft>
              <a:buSzPts val="2400"/>
              <a:buChar char="○"/>
              <a:defRPr sz="2400"/>
            </a:lvl2pPr>
            <a:lvl3pPr lvl="2" algn="l">
              <a:lnSpc>
                <a:spcPct val="115000"/>
              </a:lnSpc>
              <a:spcBef>
                <a:spcPts val="0"/>
              </a:spcBef>
              <a:spcAft>
                <a:spcPts val="0"/>
              </a:spcAft>
              <a:buSzPts val="2400"/>
              <a:buChar char="■"/>
              <a:defRPr sz="2400"/>
            </a:lvl3pPr>
            <a:lvl4pPr lvl="3" algn="l">
              <a:lnSpc>
                <a:spcPct val="115000"/>
              </a:lnSpc>
              <a:spcBef>
                <a:spcPts val="0"/>
              </a:spcBef>
              <a:spcAft>
                <a:spcPts val="0"/>
              </a:spcAft>
              <a:buSzPts val="2400"/>
              <a:buChar char="●"/>
              <a:defRPr sz="2400"/>
            </a:lvl4pPr>
            <a:lvl5pPr lvl="4" algn="l">
              <a:lnSpc>
                <a:spcPct val="115000"/>
              </a:lnSpc>
              <a:spcBef>
                <a:spcPts val="0"/>
              </a:spcBef>
              <a:spcAft>
                <a:spcPts val="0"/>
              </a:spcAft>
              <a:buSzPts val="2400"/>
              <a:buChar char="○"/>
              <a:defRPr sz="2400"/>
            </a:lvl5pPr>
            <a:lvl6pPr lvl="5" algn="l">
              <a:lnSpc>
                <a:spcPct val="115000"/>
              </a:lnSpc>
              <a:spcBef>
                <a:spcPts val="0"/>
              </a:spcBef>
              <a:spcAft>
                <a:spcPts val="0"/>
              </a:spcAft>
              <a:buSzPts val="2400"/>
              <a:buChar char="■"/>
              <a:defRPr sz="2400"/>
            </a:lvl6pPr>
            <a:lvl7pPr lvl="6" algn="l">
              <a:lnSpc>
                <a:spcPct val="115000"/>
              </a:lnSpc>
              <a:spcBef>
                <a:spcPts val="0"/>
              </a:spcBef>
              <a:spcAft>
                <a:spcPts val="0"/>
              </a:spcAft>
              <a:buSzPts val="2400"/>
              <a:buChar char="●"/>
              <a:defRPr sz="2400"/>
            </a:lvl7pPr>
            <a:lvl8pPr lvl="7" algn="l">
              <a:lnSpc>
                <a:spcPct val="115000"/>
              </a:lnSpc>
              <a:spcBef>
                <a:spcPts val="0"/>
              </a:spcBef>
              <a:spcAft>
                <a:spcPts val="0"/>
              </a:spcAft>
              <a:buSzPts val="2400"/>
              <a:buChar char="○"/>
              <a:defRPr sz="2400"/>
            </a:lvl8pPr>
            <a:lvl9pPr lvl="8" algn="l">
              <a:lnSpc>
                <a:spcPct val="115000"/>
              </a:lnSpc>
              <a:spcBef>
                <a:spcPts val="0"/>
              </a:spcBef>
              <a:spcAft>
                <a:spcPts val="0"/>
              </a:spcAft>
              <a:buSzPts val="2400"/>
              <a:buChar char="■"/>
              <a:defRPr sz="2400"/>
            </a:lvl9pPr>
          </a:lstStyle>
          <a:p/>
        </p:txBody>
      </p:sp>
      <p:sp>
        <p:nvSpPr>
          <p:cNvPr id="435" name="Google Shape;435;p4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36" name="Shape 436"/>
        <p:cNvGrpSpPr/>
        <p:nvPr/>
      </p:nvGrpSpPr>
      <p:grpSpPr>
        <a:xfrm>
          <a:off x="0" y="0"/>
          <a:ext cx="0" cy="0"/>
          <a:chOff x="0" y="0"/>
          <a:chExt cx="0" cy="0"/>
        </a:xfrm>
      </p:grpSpPr>
      <p:sp>
        <p:nvSpPr>
          <p:cNvPr id="437" name="Google Shape;437;p4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spAutoFit/>
          </a:bodyPr>
          <a:lstStyle>
            <a:lvl1pPr lvl="0" algn="l">
              <a:lnSpc>
                <a:spcPct val="90000"/>
              </a:lnSpc>
              <a:spcBef>
                <a:spcPts val="0"/>
              </a:spcBef>
              <a:spcAft>
                <a:spcPts val="0"/>
              </a:spcAft>
              <a:buSzPts val="4800"/>
              <a:buChar char="●"/>
              <a:defRPr sz="4800"/>
            </a:lvl1pPr>
            <a:lvl2pPr lvl="1" algn="l">
              <a:lnSpc>
                <a:spcPct val="115000"/>
              </a:lnSpc>
              <a:spcBef>
                <a:spcPts val="0"/>
              </a:spcBef>
              <a:spcAft>
                <a:spcPts val="0"/>
              </a:spcAft>
              <a:buSzPts val="4800"/>
              <a:buChar char="○"/>
              <a:defRPr sz="4800"/>
            </a:lvl2pPr>
            <a:lvl3pPr lvl="2" algn="l">
              <a:lnSpc>
                <a:spcPct val="115000"/>
              </a:lnSpc>
              <a:spcBef>
                <a:spcPts val="0"/>
              </a:spcBef>
              <a:spcAft>
                <a:spcPts val="0"/>
              </a:spcAft>
              <a:buSzPts val="4800"/>
              <a:buChar char="■"/>
              <a:defRPr sz="4800"/>
            </a:lvl3pPr>
            <a:lvl4pPr lvl="3" algn="l">
              <a:lnSpc>
                <a:spcPct val="115000"/>
              </a:lnSpc>
              <a:spcBef>
                <a:spcPts val="0"/>
              </a:spcBef>
              <a:spcAft>
                <a:spcPts val="0"/>
              </a:spcAft>
              <a:buSzPts val="4800"/>
              <a:buChar char="●"/>
              <a:defRPr sz="4800"/>
            </a:lvl4pPr>
            <a:lvl5pPr lvl="4" algn="l">
              <a:lnSpc>
                <a:spcPct val="115000"/>
              </a:lnSpc>
              <a:spcBef>
                <a:spcPts val="0"/>
              </a:spcBef>
              <a:spcAft>
                <a:spcPts val="0"/>
              </a:spcAft>
              <a:buSzPts val="4800"/>
              <a:buChar char="○"/>
              <a:defRPr sz="4800"/>
            </a:lvl5pPr>
            <a:lvl6pPr lvl="5" algn="l">
              <a:lnSpc>
                <a:spcPct val="115000"/>
              </a:lnSpc>
              <a:spcBef>
                <a:spcPts val="0"/>
              </a:spcBef>
              <a:spcAft>
                <a:spcPts val="0"/>
              </a:spcAft>
              <a:buSzPts val="4800"/>
              <a:buChar char="■"/>
              <a:defRPr sz="4800"/>
            </a:lvl6pPr>
            <a:lvl7pPr lvl="6" algn="l">
              <a:lnSpc>
                <a:spcPct val="115000"/>
              </a:lnSpc>
              <a:spcBef>
                <a:spcPts val="0"/>
              </a:spcBef>
              <a:spcAft>
                <a:spcPts val="0"/>
              </a:spcAft>
              <a:buSzPts val="4800"/>
              <a:buChar char="●"/>
              <a:defRPr sz="4800"/>
            </a:lvl7pPr>
            <a:lvl8pPr lvl="7" algn="l">
              <a:lnSpc>
                <a:spcPct val="115000"/>
              </a:lnSpc>
              <a:spcBef>
                <a:spcPts val="0"/>
              </a:spcBef>
              <a:spcAft>
                <a:spcPts val="0"/>
              </a:spcAft>
              <a:buSzPts val="4800"/>
              <a:buChar char="○"/>
              <a:defRPr sz="4800"/>
            </a:lvl8pPr>
            <a:lvl9pPr lvl="8" algn="l">
              <a:lnSpc>
                <a:spcPct val="115000"/>
              </a:lnSpc>
              <a:spcBef>
                <a:spcPts val="0"/>
              </a:spcBef>
              <a:spcAft>
                <a:spcPts val="0"/>
              </a:spcAft>
              <a:buSzPts val="4800"/>
              <a:buChar char="■"/>
              <a:defRPr sz="48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38" name="Shape 438"/>
        <p:cNvGrpSpPr/>
        <p:nvPr/>
      </p:nvGrpSpPr>
      <p:grpSpPr>
        <a:xfrm>
          <a:off x="0" y="0"/>
          <a:ext cx="0" cy="0"/>
          <a:chOff x="0" y="0"/>
          <a:chExt cx="0" cy="0"/>
        </a:xfrm>
      </p:grpSpPr>
      <p:sp>
        <p:nvSpPr>
          <p:cNvPr id="439" name="Google Shape;439;p4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spAutoFit/>
          </a:bodyPr>
          <a:lstStyle>
            <a:lvl1pPr lvl="0" algn="ctr">
              <a:lnSpc>
                <a:spcPct val="90000"/>
              </a:lnSpc>
              <a:spcBef>
                <a:spcPts val="0"/>
              </a:spcBef>
              <a:spcAft>
                <a:spcPts val="0"/>
              </a:spcAft>
              <a:buSzPts val="4200"/>
              <a:buChar char="●"/>
              <a:defRPr sz="4200"/>
            </a:lvl1pPr>
            <a:lvl2pPr lvl="1" algn="ctr">
              <a:lnSpc>
                <a:spcPct val="115000"/>
              </a:lnSpc>
              <a:spcBef>
                <a:spcPts val="0"/>
              </a:spcBef>
              <a:spcAft>
                <a:spcPts val="0"/>
              </a:spcAft>
              <a:buSzPts val="4200"/>
              <a:buChar char="○"/>
              <a:defRPr sz="4200"/>
            </a:lvl2pPr>
            <a:lvl3pPr lvl="2" algn="ctr">
              <a:lnSpc>
                <a:spcPct val="115000"/>
              </a:lnSpc>
              <a:spcBef>
                <a:spcPts val="0"/>
              </a:spcBef>
              <a:spcAft>
                <a:spcPts val="0"/>
              </a:spcAft>
              <a:buSzPts val="4200"/>
              <a:buChar char="■"/>
              <a:defRPr sz="4200"/>
            </a:lvl3pPr>
            <a:lvl4pPr lvl="3" algn="ctr">
              <a:lnSpc>
                <a:spcPct val="115000"/>
              </a:lnSpc>
              <a:spcBef>
                <a:spcPts val="0"/>
              </a:spcBef>
              <a:spcAft>
                <a:spcPts val="0"/>
              </a:spcAft>
              <a:buSzPts val="4200"/>
              <a:buChar char="●"/>
              <a:defRPr sz="4200"/>
            </a:lvl4pPr>
            <a:lvl5pPr lvl="4" algn="ctr">
              <a:lnSpc>
                <a:spcPct val="115000"/>
              </a:lnSpc>
              <a:spcBef>
                <a:spcPts val="0"/>
              </a:spcBef>
              <a:spcAft>
                <a:spcPts val="0"/>
              </a:spcAft>
              <a:buSzPts val="4200"/>
              <a:buChar char="○"/>
              <a:defRPr sz="4200"/>
            </a:lvl5pPr>
            <a:lvl6pPr lvl="5" algn="ctr">
              <a:lnSpc>
                <a:spcPct val="115000"/>
              </a:lnSpc>
              <a:spcBef>
                <a:spcPts val="0"/>
              </a:spcBef>
              <a:spcAft>
                <a:spcPts val="0"/>
              </a:spcAft>
              <a:buSzPts val="4200"/>
              <a:buChar char="■"/>
              <a:defRPr sz="4200"/>
            </a:lvl6pPr>
            <a:lvl7pPr lvl="6" algn="ctr">
              <a:lnSpc>
                <a:spcPct val="115000"/>
              </a:lnSpc>
              <a:spcBef>
                <a:spcPts val="0"/>
              </a:spcBef>
              <a:spcAft>
                <a:spcPts val="0"/>
              </a:spcAft>
              <a:buSzPts val="4200"/>
              <a:buChar char="●"/>
              <a:defRPr sz="4200"/>
            </a:lvl7pPr>
            <a:lvl8pPr lvl="7" algn="ctr">
              <a:lnSpc>
                <a:spcPct val="115000"/>
              </a:lnSpc>
              <a:spcBef>
                <a:spcPts val="0"/>
              </a:spcBef>
              <a:spcAft>
                <a:spcPts val="0"/>
              </a:spcAft>
              <a:buSzPts val="4200"/>
              <a:buChar char="○"/>
              <a:defRPr sz="4200"/>
            </a:lvl8pPr>
            <a:lvl9pPr lvl="8" algn="ctr">
              <a:lnSpc>
                <a:spcPct val="115000"/>
              </a:lnSpc>
              <a:spcBef>
                <a:spcPts val="0"/>
              </a:spcBef>
              <a:spcAft>
                <a:spcPts val="0"/>
              </a:spcAft>
              <a:buSzPts val="4200"/>
              <a:buChar char="■"/>
              <a:defRPr sz="4200"/>
            </a:lvl9pPr>
          </a:lstStyle>
          <a:p/>
        </p:txBody>
      </p:sp>
      <p:sp>
        <p:nvSpPr>
          <p:cNvPr id="440" name="Google Shape;440;p4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100"/>
              <a:buNone/>
              <a:defRPr sz="2100"/>
            </a:lvl1pPr>
            <a:lvl2pPr lvl="1" algn="ctr">
              <a:lnSpc>
                <a:spcPct val="115000"/>
              </a:lnSpc>
              <a:spcBef>
                <a:spcPts val="0"/>
              </a:spcBef>
              <a:spcAft>
                <a:spcPts val="0"/>
              </a:spcAft>
              <a:buSzPts val="2100"/>
              <a:buNone/>
              <a:defRPr sz="2100"/>
            </a:lvl2pPr>
            <a:lvl3pPr lvl="2" algn="ctr">
              <a:lnSpc>
                <a:spcPct val="115000"/>
              </a:lnSpc>
              <a:spcBef>
                <a:spcPts val="0"/>
              </a:spcBef>
              <a:spcAft>
                <a:spcPts val="0"/>
              </a:spcAft>
              <a:buSzPts val="2100"/>
              <a:buNone/>
              <a:defRPr sz="2100"/>
            </a:lvl3pPr>
            <a:lvl4pPr lvl="3" algn="ctr">
              <a:lnSpc>
                <a:spcPct val="115000"/>
              </a:lnSpc>
              <a:spcBef>
                <a:spcPts val="0"/>
              </a:spcBef>
              <a:spcAft>
                <a:spcPts val="0"/>
              </a:spcAft>
              <a:buSzPts val="2100"/>
              <a:buNone/>
              <a:defRPr sz="2100"/>
            </a:lvl4pPr>
            <a:lvl5pPr lvl="4" algn="ctr">
              <a:lnSpc>
                <a:spcPct val="115000"/>
              </a:lnSpc>
              <a:spcBef>
                <a:spcPts val="0"/>
              </a:spcBef>
              <a:spcAft>
                <a:spcPts val="0"/>
              </a:spcAft>
              <a:buSzPts val="2100"/>
              <a:buNone/>
              <a:defRPr sz="2100"/>
            </a:lvl5pPr>
            <a:lvl6pPr lvl="5" algn="ctr">
              <a:lnSpc>
                <a:spcPct val="115000"/>
              </a:lnSpc>
              <a:spcBef>
                <a:spcPts val="0"/>
              </a:spcBef>
              <a:spcAft>
                <a:spcPts val="0"/>
              </a:spcAft>
              <a:buSzPts val="2100"/>
              <a:buNone/>
              <a:defRPr sz="2100"/>
            </a:lvl6pPr>
            <a:lvl7pPr lvl="6" algn="ctr">
              <a:lnSpc>
                <a:spcPct val="115000"/>
              </a:lnSpc>
              <a:spcBef>
                <a:spcPts val="0"/>
              </a:spcBef>
              <a:spcAft>
                <a:spcPts val="0"/>
              </a:spcAft>
              <a:buSzPts val="2100"/>
              <a:buNone/>
              <a:defRPr sz="2100"/>
            </a:lvl7pPr>
            <a:lvl8pPr lvl="7" algn="ctr">
              <a:lnSpc>
                <a:spcPct val="115000"/>
              </a:lnSpc>
              <a:spcBef>
                <a:spcPts val="0"/>
              </a:spcBef>
              <a:spcAft>
                <a:spcPts val="0"/>
              </a:spcAft>
              <a:buSzPts val="2100"/>
              <a:buNone/>
              <a:defRPr sz="2100"/>
            </a:lvl8pPr>
            <a:lvl9pPr lvl="8" algn="ctr">
              <a:lnSpc>
                <a:spcPct val="115000"/>
              </a:lnSpc>
              <a:spcBef>
                <a:spcPts val="0"/>
              </a:spcBef>
              <a:spcAft>
                <a:spcPts val="0"/>
              </a:spcAft>
              <a:buSzPts val="2100"/>
              <a:buNone/>
              <a:defRPr sz="2100"/>
            </a:lvl9pPr>
          </a:lstStyle>
          <a:p/>
        </p:txBody>
      </p:sp>
      <p:sp>
        <p:nvSpPr>
          <p:cNvPr id="441" name="Google Shape;441;p4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42" name="Shape 442"/>
        <p:cNvGrpSpPr/>
        <p:nvPr/>
      </p:nvGrpSpPr>
      <p:grpSpPr>
        <a:xfrm>
          <a:off x="0" y="0"/>
          <a:ext cx="0" cy="0"/>
          <a:chOff x="0" y="0"/>
          <a:chExt cx="0" cy="0"/>
        </a:xfrm>
      </p:grpSpPr>
      <p:sp>
        <p:nvSpPr>
          <p:cNvPr id="443" name="Google Shape;443;p4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15000"/>
              </a:lnSpc>
              <a:spcBef>
                <a:spcPts val="0"/>
              </a:spcBef>
              <a:spcAft>
                <a:spcPts val="0"/>
              </a:spcAft>
              <a:buSzPts val="1000"/>
              <a:buNone/>
              <a:defRPr/>
            </a:lvl1pPr>
            <a:lvl2pPr indent="-292100" lvl="1" marL="914400" algn="l">
              <a:lnSpc>
                <a:spcPct val="115000"/>
              </a:lnSpc>
              <a:spcBef>
                <a:spcPts val="800"/>
              </a:spcBef>
              <a:spcAft>
                <a:spcPts val="0"/>
              </a:spcAft>
              <a:buSzPts val="1000"/>
              <a:buChar char="○"/>
              <a:defRPr/>
            </a:lvl2pPr>
            <a:lvl3pPr indent="-292100" lvl="2" marL="1371600" algn="l">
              <a:lnSpc>
                <a:spcPct val="115000"/>
              </a:lnSpc>
              <a:spcBef>
                <a:spcPts val="800"/>
              </a:spcBef>
              <a:spcAft>
                <a:spcPts val="0"/>
              </a:spcAft>
              <a:buSzPts val="1000"/>
              <a:buChar char="■"/>
              <a:defRPr/>
            </a:lvl3pPr>
            <a:lvl4pPr indent="-292100" lvl="3" marL="1828800" algn="l">
              <a:lnSpc>
                <a:spcPct val="115000"/>
              </a:lnSpc>
              <a:spcBef>
                <a:spcPts val="800"/>
              </a:spcBef>
              <a:spcAft>
                <a:spcPts val="0"/>
              </a:spcAft>
              <a:buSzPts val="1000"/>
              <a:buChar char="●"/>
              <a:defRPr/>
            </a:lvl4pPr>
            <a:lvl5pPr indent="-292100" lvl="4" marL="2286000" algn="l">
              <a:lnSpc>
                <a:spcPct val="115000"/>
              </a:lnSpc>
              <a:spcBef>
                <a:spcPts val="800"/>
              </a:spcBef>
              <a:spcAft>
                <a:spcPts val="0"/>
              </a:spcAft>
              <a:buSzPts val="1000"/>
              <a:buChar char="○"/>
              <a:defRPr/>
            </a:lvl5pPr>
            <a:lvl6pPr indent="-292100" lvl="5" marL="2743200" algn="l">
              <a:lnSpc>
                <a:spcPct val="115000"/>
              </a:lnSpc>
              <a:spcBef>
                <a:spcPts val="800"/>
              </a:spcBef>
              <a:spcAft>
                <a:spcPts val="0"/>
              </a:spcAft>
              <a:buSzPts val="1000"/>
              <a:buChar char="■"/>
              <a:defRPr/>
            </a:lvl6pPr>
            <a:lvl7pPr indent="-292100" lvl="6" marL="3200400" algn="l">
              <a:lnSpc>
                <a:spcPct val="115000"/>
              </a:lnSpc>
              <a:spcBef>
                <a:spcPts val="800"/>
              </a:spcBef>
              <a:spcAft>
                <a:spcPts val="0"/>
              </a:spcAft>
              <a:buSzPts val="1000"/>
              <a:buChar char="●"/>
              <a:defRPr/>
            </a:lvl7pPr>
            <a:lvl8pPr indent="-292100" lvl="7" marL="3657600" algn="l">
              <a:lnSpc>
                <a:spcPct val="115000"/>
              </a:lnSpc>
              <a:spcBef>
                <a:spcPts val="800"/>
              </a:spcBef>
              <a:spcAft>
                <a:spcPts val="0"/>
              </a:spcAft>
              <a:buSzPts val="1000"/>
              <a:buChar char="○"/>
              <a:defRPr/>
            </a:lvl8pPr>
            <a:lvl9pPr indent="-292100" lvl="8" marL="4114800" algn="l">
              <a:lnSpc>
                <a:spcPct val="115000"/>
              </a:lnSpc>
              <a:spcBef>
                <a:spcPts val="800"/>
              </a:spcBef>
              <a:spcAft>
                <a:spcPts val="800"/>
              </a:spcAft>
              <a:buSzPts val="10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44" name="Shape 444"/>
        <p:cNvGrpSpPr/>
        <p:nvPr/>
      </p:nvGrpSpPr>
      <p:grpSpPr>
        <a:xfrm>
          <a:off x="0" y="0"/>
          <a:ext cx="0" cy="0"/>
          <a:chOff x="0" y="0"/>
          <a:chExt cx="0" cy="0"/>
        </a:xfrm>
      </p:grpSpPr>
      <p:sp>
        <p:nvSpPr>
          <p:cNvPr id="445" name="Google Shape;445;p48"/>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spAutoFit/>
          </a:bodyPr>
          <a:lstStyle>
            <a:lvl1pPr lvl="0" algn="ctr">
              <a:lnSpc>
                <a:spcPct val="90000"/>
              </a:lnSpc>
              <a:spcBef>
                <a:spcPts val="0"/>
              </a:spcBef>
              <a:spcAft>
                <a:spcPts val="0"/>
              </a:spcAft>
              <a:buSzPts val="12000"/>
              <a:buChar char="●"/>
              <a:defRPr sz="12000"/>
            </a:lvl1pPr>
            <a:lvl2pPr lvl="1" algn="ctr">
              <a:lnSpc>
                <a:spcPct val="115000"/>
              </a:lnSpc>
              <a:spcBef>
                <a:spcPts val="0"/>
              </a:spcBef>
              <a:spcAft>
                <a:spcPts val="0"/>
              </a:spcAft>
              <a:buSzPts val="12000"/>
              <a:buChar char="○"/>
              <a:defRPr sz="12000"/>
            </a:lvl2pPr>
            <a:lvl3pPr lvl="2" algn="ctr">
              <a:lnSpc>
                <a:spcPct val="115000"/>
              </a:lnSpc>
              <a:spcBef>
                <a:spcPts val="0"/>
              </a:spcBef>
              <a:spcAft>
                <a:spcPts val="0"/>
              </a:spcAft>
              <a:buSzPts val="12000"/>
              <a:buChar char="■"/>
              <a:defRPr sz="12000"/>
            </a:lvl3pPr>
            <a:lvl4pPr lvl="3" algn="ctr">
              <a:lnSpc>
                <a:spcPct val="115000"/>
              </a:lnSpc>
              <a:spcBef>
                <a:spcPts val="0"/>
              </a:spcBef>
              <a:spcAft>
                <a:spcPts val="0"/>
              </a:spcAft>
              <a:buSzPts val="12000"/>
              <a:buChar char="●"/>
              <a:defRPr sz="12000"/>
            </a:lvl4pPr>
            <a:lvl5pPr lvl="4" algn="ctr">
              <a:lnSpc>
                <a:spcPct val="115000"/>
              </a:lnSpc>
              <a:spcBef>
                <a:spcPts val="0"/>
              </a:spcBef>
              <a:spcAft>
                <a:spcPts val="0"/>
              </a:spcAft>
              <a:buSzPts val="12000"/>
              <a:buChar char="○"/>
              <a:defRPr sz="12000"/>
            </a:lvl5pPr>
            <a:lvl6pPr lvl="5" algn="ctr">
              <a:lnSpc>
                <a:spcPct val="115000"/>
              </a:lnSpc>
              <a:spcBef>
                <a:spcPts val="0"/>
              </a:spcBef>
              <a:spcAft>
                <a:spcPts val="0"/>
              </a:spcAft>
              <a:buSzPts val="12000"/>
              <a:buChar char="■"/>
              <a:defRPr sz="12000"/>
            </a:lvl6pPr>
            <a:lvl7pPr lvl="6" algn="ctr">
              <a:lnSpc>
                <a:spcPct val="115000"/>
              </a:lnSpc>
              <a:spcBef>
                <a:spcPts val="0"/>
              </a:spcBef>
              <a:spcAft>
                <a:spcPts val="0"/>
              </a:spcAft>
              <a:buSzPts val="12000"/>
              <a:buChar char="●"/>
              <a:defRPr sz="12000"/>
            </a:lvl7pPr>
            <a:lvl8pPr lvl="7" algn="ctr">
              <a:lnSpc>
                <a:spcPct val="115000"/>
              </a:lnSpc>
              <a:spcBef>
                <a:spcPts val="0"/>
              </a:spcBef>
              <a:spcAft>
                <a:spcPts val="0"/>
              </a:spcAft>
              <a:buSzPts val="12000"/>
              <a:buChar char="○"/>
              <a:defRPr sz="12000"/>
            </a:lvl8pPr>
            <a:lvl9pPr lvl="8" algn="ctr">
              <a:lnSpc>
                <a:spcPct val="115000"/>
              </a:lnSpc>
              <a:spcBef>
                <a:spcPts val="0"/>
              </a:spcBef>
              <a:spcAft>
                <a:spcPts val="0"/>
              </a:spcAft>
              <a:buSzPts val="12000"/>
              <a:buChar char="■"/>
              <a:defRPr sz="12000"/>
            </a:lvl9pPr>
          </a:lstStyle>
          <a:p/>
        </p:txBody>
      </p:sp>
      <p:sp>
        <p:nvSpPr>
          <p:cNvPr id="446" name="Google Shape;446;p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292100" lvl="0" marL="457200" algn="ctr">
              <a:lnSpc>
                <a:spcPct val="115000"/>
              </a:lnSpc>
              <a:spcBef>
                <a:spcPts val="0"/>
              </a:spcBef>
              <a:spcAft>
                <a:spcPts val="0"/>
              </a:spcAft>
              <a:buSzPts val="1000"/>
              <a:buChar char="●"/>
              <a:defRPr/>
            </a:lvl1pPr>
            <a:lvl2pPr indent="-292100" lvl="1" marL="914400" algn="ctr">
              <a:lnSpc>
                <a:spcPct val="115000"/>
              </a:lnSpc>
              <a:spcBef>
                <a:spcPts val="0"/>
              </a:spcBef>
              <a:spcAft>
                <a:spcPts val="0"/>
              </a:spcAft>
              <a:buSzPts val="1000"/>
              <a:buChar char="○"/>
              <a:defRPr/>
            </a:lvl2pPr>
            <a:lvl3pPr indent="-292100" lvl="2" marL="1371600" algn="ctr">
              <a:lnSpc>
                <a:spcPct val="115000"/>
              </a:lnSpc>
              <a:spcBef>
                <a:spcPts val="0"/>
              </a:spcBef>
              <a:spcAft>
                <a:spcPts val="0"/>
              </a:spcAft>
              <a:buSzPts val="1000"/>
              <a:buChar char="■"/>
              <a:defRPr/>
            </a:lvl3pPr>
            <a:lvl4pPr indent="-292100" lvl="3" marL="1828800" algn="ctr">
              <a:lnSpc>
                <a:spcPct val="115000"/>
              </a:lnSpc>
              <a:spcBef>
                <a:spcPts val="0"/>
              </a:spcBef>
              <a:spcAft>
                <a:spcPts val="0"/>
              </a:spcAft>
              <a:buSzPts val="1000"/>
              <a:buChar char="●"/>
              <a:defRPr/>
            </a:lvl4pPr>
            <a:lvl5pPr indent="-292100" lvl="4" marL="2286000" algn="ctr">
              <a:lnSpc>
                <a:spcPct val="115000"/>
              </a:lnSpc>
              <a:spcBef>
                <a:spcPts val="0"/>
              </a:spcBef>
              <a:spcAft>
                <a:spcPts val="0"/>
              </a:spcAft>
              <a:buSzPts val="1000"/>
              <a:buChar char="○"/>
              <a:defRPr/>
            </a:lvl5pPr>
            <a:lvl6pPr indent="-292100" lvl="5" marL="2743200" algn="ctr">
              <a:lnSpc>
                <a:spcPct val="115000"/>
              </a:lnSpc>
              <a:spcBef>
                <a:spcPts val="0"/>
              </a:spcBef>
              <a:spcAft>
                <a:spcPts val="0"/>
              </a:spcAft>
              <a:buSzPts val="1000"/>
              <a:buChar char="■"/>
              <a:defRPr/>
            </a:lvl6pPr>
            <a:lvl7pPr indent="-292100" lvl="6" marL="3200400" algn="ctr">
              <a:lnSpc>
                <a:spcPct val="115000"/>
              </a:lnSpc>
              <a:spcBef>
                <a:spcPts val="0"/>
              </a:spcBef>
              <a:spcAft>
                <a:spcPts val="0"/>
              </a:spcAft>
              <a:buSzPts val="1000"/>
              <a:buChar char="●"/>
              <a:defRPr/>
            </a:lvl7pPr>
            <a:lvl8pPr indent="-292100" lvl="7" marL="3657600" algn="ctr">
              <a:lnSpc>
                <a:spcPct val="115000"/>
              </a:lnSpc>
              <a:spcBef>
                <a:spcPts val="0"/>
              </a:spcBef>
              <a:spcAft>
                <a:spcPts val="0"/>
              </a:spcAft>
              <a:buSzPts val="1000"/>
              <a:buChar char="○"/>
              <a:defRPr/>
            </a:lvl8pPr>
            <a:lvl9pPr indent="-292100" lvl="8" marL="4114800" algn="ctr">
              <a:lnSpc>
                <a:spcPct val="115000"/>
              </a:lnSpc>
              <a:spcBef>
                <a:spcPts val="0"/>
              </a:spcBef>
              <a:spcAft>
                <a:spcPts val="0"/>
              </a:spcAft>
              <a:buSzPts val="10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47" name="Shape 447"/>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48" name="Shape 448"/>
        <p:cNvGrpSpPr/>
        <p:nvPr/>
      </p:nvGrpSpPr>
      <p:grpSpPr>
        <a:xfrm>
          <a:off x="0" y="0"/>
          <a:ext cx="0" cy="0"/>
          <a:chOff x="0" y="0"/>
          <a:chExt cx="0" cy="0"/>
        </a:xfrm>
      </p:grpSpPr>
      <p:sp>
        <p:nvSpPr>
          <p:cNvPr id="449" name="Google Shape;449;p50"/>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spAutoFit/>
          </a:bodyPr>
          <a:lstStyle>
            <a:lvl1pPr lvl="0" algn="l">
              <a:lnSpc>
                <a:spcPct val="90000"/>
              </a:lnSpc>
              <a:spcBef>
                <a:spcPts val="0"/>
              </a:spcBef>
              <a:spcAft>
                <a:spcPts val="0"/>
              </a:spcAft>
              <a:buSzPts val="4200"/>
              <a:buNone/>
              <a:defRPr sz="42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450" name="Google Shape;450;p50"/>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51" name="Google Shape;451;p50"/>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52" name="Google Shape;452;p50"/>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53" name="Google Shape;453;p50"/>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54" name="Google Shape;454;p50"/>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55" name="Google Shape;455;p50"/>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56" name="Shape 456"/>
        <p:cNvGrpSpPr/>
        <p:nvPr/>
      </p:nvGrpSpPr>
      <p:grpSpPr>
        <a:xfrm>
          <a:off x="0" y="0"/>
          <a:ext cx="0" cy="0"/>
          <a:chOff x="0" y="0"/>
          <a:chExt cx="0" cy="0"/>
        </a:xfrm>
      </p:grpSpPr>
      <p:sp>
        <p:nvSpPr>
          <p:cNvPr id="457" name="Google Shape;457;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458" name="Google Shape;458;p51"/>
          <p:cNvSpPr txBox="1"/>
          <p:nvPr>
            <p:ph idx="1" type="body"/>
          </p:nvPr>
        </p:nvSpPr>
        <p:spPr>
          <a:xfrm>
            <a:off x="311700" y="1152475"/>
            <a:ext cx="4473900" cy="3416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800"/>
              </a:spcBef>
              <a:spcAft>
                <a:spcPts val="0"/>
              </a:spcAft>
              <a:buSzPts val="1000"/>
              <a:buChar char="○"/>
              <a:defRPr/>
            </a:lvl2pPr>
            <a:lvl3pPr indent="-292100" lvl="2" marL="1371600" algn="l">
              <a:lnSpc>
                <a:spcPct val="115000"/>
              </a:lnSpc>
              <a:spcBef>
                <a:spcPts val="800"/>
              </a:spcBef>
              <a:spcAft>
                <a:spcPts val="0"/>
              </a:spcAft>
              <a:buSzPts val="1000"/>
              <a:buChar char="■"/>
              <a:defRPr/>
            </a:lvl3pPr>
            <a:lvl4pPr indent="-292100" lvl="3" marL="1828800" algn="l">
              <a:lnSpc>
                <a:spcPct val="115000"/>
              </a:lnSpc>
              <a:spcBef>
                <a:spcPts val="800"/>
              </a:spcBef>
              <a:spcAft>
                <a:spcPts val="0"/>
              </a:spcAft>
              <a:buSzPts val="1000"/>
              <a:buChar char="●"/>
              <a:defRPr/>
            </a:lvl4pPr>
            <a:lvl5pPr indent="-292100" lvl="4" marL="2286000" algn="l">
              <a:lnSpc>
                <a:spcPct val="115000"/>
              </a:lnSpc>
              <a:spcBef>
                <a:spcPts val="800"/>
              </a:spcBef>
              <a:spcAft>
                <a:spcPts val="0"/>
              </a:spcAft>
              <a:buSzPts val="1000"/>
              <a:buChar char="○"/>
              <a:defRPr/>
            </a:lvl5pPr>
            <a:lvl6pPr indent="-292100" lvl="5" marL="2743200" algn="l">
              <a:lnSpc>
                <a:spcPct val="115000"/>
              </a:lnSpc>
              <a:spcBef>
                <a:spcPts val="800"/>
              </a:spcBef>
              <a:spcAft>
                <a:spcPts val="0"/>
              </a:spcAft>
              <a:buSzPts val="1000"/>
              <a:buChar char="■"/>
              <a:defRPr/>
            </a:lvl6pPr>
            <a:lvl7pPr indent="-292100" lvl="6" marL="3200400" algn="l">
              <a:lnSpc>
                <a:spcPct val="115000"/>
              </a:lnSpc>
              <a:spcBef>
                <a:spcPts val="800"/>
              </a:spcBef>
              <a:spcAft>
                <a:spcPts val="0"/>
              </a:spcAft>
              <a:buSzPts val="1000"/>
              <a:buChar char="●"/>
              <a:defRPr/>
            </a:lvl7pPr>
            <a:lvl8pPr indent="-292100" lvl="7" marL="3657600" algn="l">
              <a:lnSpc>
                <a:spcPct val="115000"/>
              </a:lnSpc>
              <a:spcBef>
                <a:spcPts val="800"/>
              </a:spcBef>
              <a:spcAft>
                <a:spcPts val="0"/>
              </a:spcAft>
              <a:buSzPts val="1000"/>
              <a:buChar char="○"/>
              <a:defRPr/>
            </a:lvl8pPr>
            <a:lvl9pPr indent="-292100" lvl="8" marL="4114800" algn="l">
              <a:lnSpc>
                <a:spcPct val="115000"/>
              </a:lnSpc>
              <a:spcBef>
                <a:spcPts val="800"/>
              </a:spcBef>
              <a:spcAft>
                <a:spcPts val="800"/>
              </a:spcAft>
              <a:buSzPts val="1000"/>
              <a:buChar char="■"/>
              <a:defRPr/>
            </a:lvl9pPr>
          </a:lstStyle>
          <a:p/>
        </p:txBody>
      </p:sp>
      <p:sp>
        <p:nvSpPr>
          <p:cNvPr id="459" name="Google Shape;459;p51"/>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60" name="Shape 460"/>
        <p:cNvGrpSpPr/>
        <p:nvPr/>
      </p:nvGrpSpPr>
      <p:grpSpPr>
        <a:xfrm>
          <a:off x="0" y="0"/>
          <a:ext cx="0" cy="0"/>
          <a:chOff x="0" y="0"/>
          <a:chExt cx="0" cy="0"/>
        </a:xfrm>
      </p:grpSpPr>
      <p:sp>
        <p:nvSpPr>
          <p:cNvPr id="461" name="Google Shape;461;p52"/>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spAutoFit/>
          </a:bodyPr>
          <a:lstStyle>
            <a:lvl1pPr lvl="0" algn="l">
              <a:lnSpc>
                <a:spcPct val="90000"/>
              </a:lnSpc>
              <a:spcBef>
                <a:spcPts val="0"/>
              </a:spcBef>
              <a:spcAft>
                <a:spcPts val="0"/>
              </a:spcAft>
              <a:buSzPts val="3000"/>
              <a:buChar char="●"/>
              <a:defRPr sz="3000"/>
            </a:lvl1pPr>
            <a:lvl2pPr lvl="1" algn="l">
              <a:lnSpc>
                <a:spcPct val="115000"/>
              </a:lnSpc>
              <a:spcBef>
                <a:spcPts val="0"/>
              </a:spcBef>
              <a:spcAft>
                <a:spcPts val="0"/>
              </a:spcAft>
              <a:buSzPts val="3000"/>
              <a:buChar char="○"/>
              <a:defRPr sz="3000"/>
            </a:lvl2pPr>
            <a:lvl3pPr lvl="2" algn="l">
              <a:lnSpc>
                <a:spcPct val="115000"/>
              </a:lnSpc>
              <a:spcBef>
                <a:spcPts val="0"/>
              </a:spcBef>
              <a:spcAft>
                <a:spcPts val="0"/>
              </a:spcAft>
              <a:buSzPts val="3000"/>
              <a:buChar char="■"/>
              <a:defRPr sz="3000"/>
            </a:lvl3pPr>
            <a:lvl4pPr lvl="3" algn="l">
              <a:lnSpc>
                <a:spcPct val="115000"/>
              </a:lnSpc>
              <a:spcBef>
                <a:spcPts val="0"/>
              </a:spcBef>
              <a:spcAft>
                <a:spcPts val="0"/>
              </a:spcAft>
              <a:buSzPts val="3000"/>
              <a:buChar char="●"/>
              <a:defRPr sz="3000"/>
            </a:lvl4pPr>
            <a:lvl5pPr lvl="4" algn="l">
              <a:lnSpc>
                <a:spcPct val="115000"/>
              </a:lnSpc>
              <a:spcBef>
                <a:spcPts val="0"/>
              </a:spcBef>
              <a:spcAft>
                <a:spcPts val="0"/>
              </a:spcAft>
              <a:buSzPts val="3000"/>
              <a:buChar char="○"/>
              <a:defRPr sz="3000"/>
            </a:lvl5pPr>
            <a:lvl6pPr lvl="5" algn="l">
              <a:lnSpc>
                <a:spcPct val="115000"/>
              </a:lnSpc>
              <a:spcBef>
                <a:spcPts val="0"/>
              </a:spcBef>
              <a:spcAft>
                <a:spcPts val="0"/>
              </a:spcAft>
              <a:buSzPts val="3000"/>
              <a:buChar char="■"/>
              <a:defRPr sz="3000"/>
            </a:lvl6pPr>
            <a:lvl7pPr lvl="6" algn="l">
              <a:lnSpc>
                <a:spcPct val="115000"/>
              </a:lnSpc>
              <a:spcBef>
                <a:spcPts val="0"/>
              </a:spcBef>
              <a:spcAft>
                <a:spcPts val="0"/>
              </a:spcAft>
              <a:buSzPts val="3000"/>
              <a:buChar char="●"/>
              <a:defRPr sz="3000"/>
            </a:lvl7pPr>
            <a:lvl8pPr lvl="7" algn="l">
              <a:lnSpc>
                <a:spcPct val="115000"/>
              </a:lnSpc>
              <a:spcBef>
                <a:spcPts val="0"/>
              </a:spcBef>
              <a:spcAft>
                <a:spcPts val="0"/>
              </a:spcAft>
              <a:buSzPts val="3000"/>
              <a:buChar char="○"/>
              <a:defRPr sz="3000"/>
            </a:lvl8pPr>
            <a:lvl9pPr lvl="8" algn="l">
              <a:lnSpc>
                <a:spcPct val="115000"/>
              </a:lnSpc>
              <a:spcBef>
                <a:spcPts val="0"/>
              </a:spcBef>
              <a:spcAft>
                <a:spcPts val="0"/>
              </a:spcAft>
              <a:buSzPts val="3000"/>
              <a:buChar char="■"/>
              <a:defRPr sz="3000"/>
            </a:lvl9pPr>
          </a:lstStyle>
          <a:p/>
        </p:txBody>
      </p:sp>
      <p:sp>
        <p:nvSpPr>
          <p:cNvPr id="462" name="Google Shape;462;p52"/>
          <p:cNvSpPr txBox="1"/>
          <p:nvPr>
            <p:ph idx="1" type="body"/>
          </p:nvPr>
        </p:nvSpPr>
        <p:spPr>
          <a:xfrm>
            <a:off x="483150" y="2237788"/>
            <a:ext cx="3619800" cy="23736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800"/>
              </a:spcBef>
              <a:spcAft>
                <a:spcPts val="0"/>
              </a:spcAft>
              <a:buSzPts val="1000"/>
              <a:buChar char="○"/>
              <a:defRPr/>
            </a:lvl2pPr>
            <a:lvl3pPr indent="-292100" lvl="2" marL="1371600" algn="l">
              <a:lnSpc>
                <a:spcPct val="115000"/>
              </a:lnSpc>
              <a:spcBef>
                <a:spcPts val="800"/>
              </a:spcBef>
              <a:spcAft>
                <a:spcPts val="0"/>
              </a:spcAft>
              <a:buSzPts val="1000"/>
              <a:buChar char="■"/>
              <a:defRPr/>
            </a:lvl3pPr>
            <a:lvl4pPr indent="-292100" lvl="3" marL="1828800" algn="l">
              <a:lnSpc>
                <a:spcPct val="115000"/>
              </a:lnSpc>
              <a:spcBef>
                <a:spcPts val="800"/>
              </a:spcBef>
              <a:spcAft>
                <a:spcPts val="0"/>
              </a:spcAft>
              <a:buSzPts val="1000"/>
              <a:buChar char="●"/>
              <a:defRPr/>
            </a:lvl4pPr>
            <a:lvl5pPr indent="-292100" lvl="4" marL="2286000" algn="l">
              <a:lnSpc>
                <a:spcPct val="115000"/>
              </a:lnSpc>
              <a:spcBef>
                <a:spcPts val="800"/>
              </a:spcBef>
              <a:spcAft>
                <a:spcPts val="0"/>
              </a:spcAft>
              <a:buSzPts val="1000"/>
              <a:buChar char="○"/>
              <a:defRPr/>
            </a:lvl5pPr>
            <a:lvl6pPr indent="-292100" lvl="5" marL="2743200" algn="l">
              <a:lnSpc>
                <a:spcPct val="115000"/>
              </a:lnSpc>
              <a:spcBef>
                <a:spcPts val="800"/>
              </a:spcBef>
              <a:spcAft>
                <a:spcPts val="0"/>
              </a:spcAft>
              <a:buSzPts val="1000"/>
              <a:buChar char="■"/>
              <a:defRPr/>
            </a:lvl6pPr>
            <a:lvl7pPr indent="-292100" lvl="6" marL="3200400" algn="l">
              <a:lnSpc>
                <a:spcPct val="115000"/>
              </a:lnSpc>
              <a:spcBef>
                <a:spcPts val="800"/>
              </a:spcBef>
              <a:spcAft>
                <a:spcPts val="0"/>
              </a:spcAft>
              <a:buSzPts val="1000"/>
              <a:buChar char="●"/>
              <a:defRPr/>
            </a:lvl7pPr>
            <a:lvl8pPr indent="-292100" lvl="7" marL="3657600" algn="l">
              <a:lnSpc>
                <a:spcPct val="115000"/>
              </a:lnSpc>
              <a:spcBef>
                <a:spcPts val="800"/>
              </a:spcBef>
              <a:spcAft>
                <a:spcPts val="0"/>
              </a:spcAft>
              <a:buSzPts val="1000"/>
              <a:buChar char="○"/>
              <a:defRPr/>
            </a:lvl8pPr>
            <a:lvl9pPr indent="-292100" lvl="8" marL="4114800" algn="l">
              <a:lnSpc>
                <a:spcPct val="115000"/>
              </a:lnSpc>
              <a:spcBef>
                <a:spcPts val="800"/>
              </a:spcBef>
              <a:spcAft>
                <a:spcPts val="800"/>
              </a:spcAft>
              <a:buSzPts val="1000"/>
              <a:buChar char="■"/>
              <a:defRPr/>
            </a:lvl9pPr>
          </a:lstStyle>
          <a:p/>
        </p:txBody>
      </p:sp>
      <p:sp>
        <p:nvSpPr>
          <p:cNvPr id="463" name="Google Shape;463;p52"/>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464" name="Google Shape;464;p52"/>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65" name="Google Shape;465;p52"/>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66" name="Shape 466"/>
        <p:cNvGrpSpPr/>
        <p:nvPr/>
      </p:nvGrpSpPr>
      <p:grpSpPr>
        <a:xfrm>
          <a:off x="0" y="0"/>
          <a:ext cx="0" cy="0"/>
          <a:chOff x="0" y="0"/>
          <a:chExt cx="0" cy="0"/>
        </a:xfrm>
      </p:grpSpPr>
      <p:sp>
        <p:nvSpPr>
          <p:cNvPr id="467" name="Google Shape;467;p53"/>
          <p:cNvSpPr txBox="1"/>
          <p:nvPr>
            <p:ph idx="1" type="body"/>
          </p:nvPr>
        </p:nvSpPr>
        <p:spPr>
          <a:xfrm>
            <a:off x="483175" y="2417500"/>
            <a:ext cx="2455500" cy="23736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800"/>
              </a:spcBef>
              <a:spcAft>
                <a:spcPts val="0"/>
              </a:spcAft>
              <a:buSzPts val="1000"/>
              <a:buChar char="○"/>
              <a:defRPr/>
            </a:lvl2pPr>
            <a:lvl3pPr indent="-292100" lvl="2" marL="1371600" algn="l">
              <a:lnSpc>
                <a:spcPct val="115000"/>
              </a:lnSpc>
              <a:spcBef>
                <a:spcPts val="800"/>
              </a:spcBef>
              <a:spcAft>
                <a:spcPts val="0"/>
              </a:spcAft>
              <a:buSzPts val="1000"/>
              <a:buChar char="■"/>
              <a:defRPr/>
            </a:lvl3pPr>
            <a:lvl4pPr indent="-292100" lvl="3" marL="1828800" algn="l">
              <a:lnSpc>
                <a:spcPct val="115000"/>
              </a:lnSpc>
              <a:spcBef>
                <a:spcPts val="800"/>
              </a:spcBef>
              <a:spcAft>
                <a:spcPts val="0"/>
              </a:spcAft>
              <a:buSzPts val="1000"/>
              <a:buChar char="●"/>
              <a:defRPr/>
            </a:lvl4pPr>
            <a:lvl5pPr indent="-292100" lvl="4" marL="2286000" algn="l">
              <a:lnSpc>
                <a:spcPct val="115000"/>
              </a:lnSpc>
              <a:spcBef>
                <a:spcPts val="800"/>
              </a:spcBef>
              <a:spcAft>
                <a:spcPts val="0"/>
              </a:spcAft>
              <a:buSzPts val="1000"/>
              <a:buChar char="○"/>
              <a:defRPr/>
            </a:lvl5pPr>
            <a:lvl6pPr indent="-292100" lvl="5" marL="2743200" algn="l">
              <a:lnSpc>
                <a:spcPct val="115000"/>
              </a:lnSpc>
              <a:spcBef>
                <a:spcPts val="800"/>
              </a:spcBef>
              <a:spcAft>
                <a:spcPts val="0"/>
              </a:spcAft>
              <a:buSzPts val="1000"/>
              <a:buChar char="■"/>
              <a:defRPr/>
            </a:lvl6pPr>
            <a:lvl7pPr indent="-292100" lvl="6" marL="3200400" algn="l">
              <a:lnSpc>
                <a:spcPct val="115000"/>
              </a:lnSpc>
              <a:spcBef>
                <a:spcPts val="800"/>
              </a:spcBef>
              <a:spcAft>
                <a:spcPts val="0"/>
              </a:spcAft>
              <a:buSzPts val="1000"/>
              <a:buChar char="●"/>
              <a:defRPr/>
            </a:lvl7pPr>
            <a:lvl8pPr indent="-292100" lvl="7" marL="3657600" algn="l">
              <a:lnSpc>
                <a:spcPct val="115000"/>
              </a:lnSpc>
              <a:spcBef>
                <a:spcPts val="800"/>
              </a:spcBef>
              <a:spcAft>
                <a:spcPts val="0"/>
              </a:spcAft>
              <a:buSzPts val="1000"/>
              <a:buChar char="○"/>
              <a:defRPr/>
            </a:lvl8pPr>
            <a:lvl9pPr indent="-292100" lvl="8" marL="4114800" algn="l">
              <a:lnSpc>
                <a:spcPct val="115000"/>
              </a:lnSpc>
              <a:spcBef>
                <a:spcPts val="800"/>
              </a:spcBef>
              <a:spcAft>
                <a:spcPts val="800"/>
              </a:spcAft>
              <a:buSzPts val="1000"/>
              <a:buChar char="■"/>
              <a:defRPr/>
            </a:lvl9pPr>
          </a:lstStyle>
          <a:p/>
        </p:txBody>
      </p:sp>
      <p:sp>
        <p:nvSpPr>
          <p:cNvPr id="468" name="Google Shape;468;p53"/>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469" name="Google Shape;469;p53"/>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spAutoFit/>
          </a:bodyPr>
          <a:lstStyle>
            <a:lvl1pPr lvl="0" algn="l">
              <a:lnSpc>
                <a:spcPct val="90000"/>
              </a:lnSpc>
              <a:spcBef>
                <a:spcPts val="0"/>
              </a:spcBef>
              <a:spcAft>
                <a:spcPts val="0"/>
              </a:spcAft>
              <a:buSzPts val="3000"/>
              <a:buChar char="●"/>
              <a:defRPr sz="3000"/>
            </a:lvl1pPr>
            <a:lvl2pPr lvl="1" algn="l">
              <a:lnSpc>
                <a:spcPct val="115000"/>
              </a:lnSpc>
              <a:spcBef>
                <a:spcPts val="0"/>
              </a:spcBef>
              <a:spcAft>
                <a:spcPts val="0"/>
              </a:spcAft>
              <a:buSzPts val="3000"/>
              <a:buChar char="○"/>
              <a:defRPr sz="3000"/>
            </a:lvl2pPr>
            <a:lvl3pPr lvl="2" algn="l">
              <a:lnSpc>
                <a:spcPct val="115000"/>
              </a:lnSpc>
              <a:spcBef>
                <a:spcPts val="0"/>
              </a:spcBef>
              <a:spcAft>
                <a:spcPts val="0"/>
              </a:spcAft>
              <a:buSzPts val="3000"/>
              <a:buChar char="■"/>
              <a:defRPr sz="3000"/>
            </a:lvl3pPr>
            <a:lvl4pPr lvl="3" algn="l">
              <a:lnSpc>
                <a:spcPct val="115000"/>
              </a:lnSpc>
              <a:spcBef>
                <a:spcPts val="0"/>
              </a:spcBef>
              <a:spcAft>
                <a:spcPts val="0"/>
              </a:spcAft>
              <a:buSzPts val="3000"/>
              <a:buChar char="●"/>
              <a:defRPr sz="3000"/>
            </a:lvl4pPr>
            <a:lvl5pPr lvl="4" algn="l">
              <a:lnSpc>
                <a:spcPct val="115000"/>
              </a:lnSpc>
              <a:spcBef>
                <a:spcPts val="0"/>
              </a:spcBef>
              <a:spcAft>
                <a:spcPts val="0"/>
              </a:spcAft>
              <a:buSzPts val="3000"/>
              <a:buChar char="○"/>
              <a:defRPr sz="3000"/>
            </a:lvl5pPr>
            <a:lvl6pPr lvl="5" algn="l">
              <a:lnSpc>
                <a:spcPct val="115000"/>
              </a:lnSpc>
              <a:spcBef>
                <a:spcPts val="0"/>
              </a:spcBef>
              <a:spcAft>
                <a:spcPts val="0"/>
              </a:spcAft>
              <a:buSzPts val="3000"/>
              <a:buChar char="■"/>
              <a:defRPr sz="3000"/>
            </a:lvl6pPr>
            <a:lvl7pPr lvl="6" algn="l">
              <a:lnSpc>
                <a:spcPct val="115000"/>
              </a:lnSpc>
              <a:spcBef>
                <a:spcPts val="0"/>
              </a:spcBef>
              <a:spcAft>
                <a:spcPts val="0"/>
              </a:spcAft>
              <a:buSzPts val="3000"/>
              <a:buChar char="●"/>
              <a:defRPr sz="3000"/>
            </a:lvl7pPr>
            <a:lvl8pPr lvl="7" algn="l">
              <a:lnSpc>
                <a:spcPct val="115000"/>
              </a:lnSpc>
              <a:spcBef>
                <a:spcPts val="0"/>
              </a:spcBef>
              <a:spcAft>
                <a:spcPts val="0"/>
              </a:spcAft>
              <a:buSzPts val="3000"/>
              <a:buChar char="○"/>
              <a:defRPr sz="3000"/>
            </a:lvl8pPr>
            <a:lvl9pPr lvl="8" algn="l">
              <a:lnSpc>
                <a:spcPct val="115000"/>
              </a:lnSpc>
              <a:spcBef>
                <a:spcPts val="0"/>
              </a:spcBef>
              <a:spcAft>
                <a:spcPts val="0"/>
              </a:spcAft>
              <a:buSzPts val="3000"/>
              <a:buChar char="■"/>
              <a:defRPr sz="3000"/>
            </a:lvl9pPr>
          </a:lstStyle>
          <a:p/>
        </p:txBody>
      </p:sp>
      <p:sp>
        <p:nvSpPr>
          <p:cNvPr id="470" name="Google Shape;470;p53"/>
          <p:cNvSpPr txBox="1"/>
          <p:nvPr>
            <p:ph idx="3"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71" name="Google Shape;471;p53"/>
          <p:cNvSpPr txBox="1"/>
          <p:nvPr>
            <p:ph idx="4"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72" name="Google Shape;472;p53"/>
          <p:cNvSpPr txBox="1"/>
          <p:nvPr>
            <p:ph idx="5"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73" name="Google Shape;473;p53"/>
          <p:cNvSpPr txBox="1"/>
          <p:nvPr>
            <p:ph idx="6" type="body"/>
          </p:nvPr>
        </p:nvSpPr>
        <p:spPr>
          <a:xfrm>
            <a:off x="6212275" y="2417500"/>
            <a:ext cx="2455500" cy="23736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74" name="Shape 474"/>
        <p:cNvGrpSpPr/>
        <p:nvPr/>
      </p:nvGrpSpPr>
      <p:grpSpPr>
        <a:xfrm>
          <a:off x="0" y="0"/>
          <a:ext cx="0" cy="0"/>
          <a:chOff x="0" y="0"/>
          <a:chExt cx="0" cy="0"/>
        </a:xfrm>
      </p:grpSpPr>
      <p:sp>
        <p:nvSpPr>
          <p:cNvPr id="475" name="Google Shape;475;p54"/>
          <p:cNvSpPr txBox="1"/>
          <p:nvPr>
            <p:ph idx="1" type="body"/>
          </p:nvPr>
        </p:nvSpPr>
        <p:spPr>
          <a:xfrm>
            <a:off x="366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292100" lvl="1" marL="914400" algn="l">
              <a:lnSpc>
                <a:spcPct val="115000"/>
              </a:lnSpc>
              <a:spcBef>
                <a:spcPts val="800"/>
              </a:spcBef>
              <a:spcAft>
                <a:spcPts val="0"/>
              </a:spcAft>
              <a:buSzPts val="1000"/>
              <a:buChar char="○"/>
              <a:defRPr/>
            </a:lvl2pPr>
            <a:lvl3pPr indent="-292100" lvl="2" marL="1371600" algn="l">
              <a:lnSpc>
                <a:spcPct val="115000"/>
              </a:lnSpc>
              <a:spcBef>
                <a:spcPts val="800"/>
              </a:spcBef>
              <a:spcAft>
                <a:spcPts val="0"/>
              </a:spcAft>
              <a:buSzPts val="1000"/>
              <a:buChar char="■"/>
              <a:defRPr/>
            </a:lvl3pPr>
            <a:lvl4pPr indent="-292100" lvl="3" marL="1828800" algn="l">
              <a:lnSpc>
                <a:spcPct val="115000"/>
              </a:lnSpc>
              <a:spcBef>
                <a:spcPts val="800"/>
              </a:spcBef>
              <a:spcAft>
                <a:spcPts val="0"/>
              </a:spcAft>
              <a:buSzPts val="1000"/>
              <a:buChar char="●"/>
              <a:defRPr/>
            </a:lvl4pPr>
            <a:lvl5pPr indent="-292100" lvl="4" marL="2286000" algn="l">
              <a:lnSpc>
                <a:spcPct val="115000"/>
              </a:lnSpc>
              <a:spcBef>
                <a:spcPts val="800"/>
              </a:spcBef>
              <a:spcAft>
                <a:spcPts val="0"/>
              </a:spcAft>
              <a:buSzPts val="1000"/>
              <a:buChar char="○"/>
              <a:defRPr/>
            </a:lvl5pPr>
            <a:lvl6pPr indent="-292100" lvl="5" marL="2743200" algn="l">
              <a:lnSpc>
                <a:spcPct val="115000"/>
              </a:lnSpc>
              <a:spcBef>
                <a:spcPts val="800"/>
              </a:spcBef>
              <a:spcAft>
                <a:spcPts val="0"/>
              </a:spcAft>
              <a:buSzPts val="1000"/>
              <a:buChar char="■"/>
              <a:defRPr/>
            </a:lvl6pPr>
            <a:lvl7pPr indent="-292100" lvl="6" marL="3200400" algn="l">
              <a:lnSpc>
                <a:spcPct val="115000"/>
              </a:lnSpc>
              <a:spcBef>
                <a:spcPts val="800"/>
              </a:spcBef>
              <a:spcAft>
                <a:spcPts val="0"/>
              </a:spcAft>
              <a:buSzPts val="1000"/>
              <a:buChar char="●"/>
              <a:defRPr/>
            </a:lvl7pPr>
            <a:lvl8pPr indent="-292100" lvl="7" marL="3657600" algn="l">
              <a:lnSpc>
                <a:spcPct val="115000"/>
              </a:lnSpc>
              <a:spcBef>
                <a:spcPts val="800"/>
              </a:spcBef>
              <a:spcAft>
                <a:spcPts val="0"/>
              </a:spcAft>
              <a:buSzPts val="1000"/>
              <a:buChar char="○"/>
              <a:defRPr/>
            </a:lvl8pPr>
            <a:lvl9pPr indent="-292100" lvl="8" marL="4114800" algn="l">
              <a:lnSpc>
                <a:spcPct val="115000"/>
              </a:lnSpc>
              <a:spcBef>
                <a:spcPts val="800"/>
              </a:spcBef>
              <a:spcAft>
                <a:spcPts val="800"/>
              </a:spcAft>
              <a:buSzPts val="1000"/>
              <a:buChar char="■"/>
              <a:defRPr/>
            </a:lvl9pPr>
          </a:lstStyle>
          <a:p/>
        </p:txBody>
      </p:sp>
      <p:sp>
        <p:nvSpPr>
          <p:cNvPr id="476" name="Google Shape;476;p54"/>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477" name="Google Shape;477;p54"/>
          <p:cNvSpPr txBox="1"/>
          <p:nvPr>
            <p:ph idx="3" type="body"/>
          </p:nvPr>
        </p:nvSpPr>
        <p:spPr>
          <a:xfrm>
            <a:off x="366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478" name="Google Shape;478;p54"/>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479" name="Google Shape;479;p54"/>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spAutoFit/>
          </a:bodyPr>
          <a:lstStyle>
            <a:lvl1pPr lvl="0" algn="l">
              <a:lnSpc>
                <a:spcPct val="90000"/>
              </a:lnSpc>
              <a:spcBef>
                <a:spcPts val="0"/>
              </a:spcBef>
              <a:spcAft>
                <a:spcPts val="0"/>
              </a:spcAft>
              <a:buSzPts val="3000"/>
              <a:buChar char="●"/>
              <a:defRPr sz="3000"/>
            </a:lvl1pPr>
            <a:lvl2pPr lvl="1" algn="l">
              <a:lnSpc>
                <a:spcPct val="115000"/>
              </a:lnSpc>
              <a:spcBef>
                <a:spcPts val="0"/>
              </a:spcBef>
              <a:spcAft>
                <a:spcPts val="0"/>
              </a:spcAft>
              <a:buSzPts val="3000"/>
              <a:buChar char="○"/>
              <a:defRPr sz="3000"/>
            </a:lvl2pPr>
            <a:lvl3pPr lvl="2" algn="l">
              <a:lnSpc>
                <a:spcPct val="115000"/>
              </a:lnSpc>
              <a:spcBef>
                <a:spcPts val="0"/>
              </a:spcBef>
              <a:spcAft>
                <a:spcPts val="0"/>
              </a:spcAft>
              <a:buSzPts val="3000"/>
              <a:buChar char="■"/>
              <a:defRPr sz="3000"/>
            </a:lvl3pPr>
            <a:lvl4pPr lvl="3" algn="l">
              <a:lnSpc>
                <a:spcPct val="115000"/>
              </a:lnSpc>
              <a:spcBef>
                <a:spcPts val="0"/>
              </a:spcBef>
              <a:spcAft>
                <a:spcPts val="0"/>
              </a:spcAft>
              <a:buSzPts val="3000"/>
              <a:buChar char="●"/>
              <a:defRPr sz="3000"/>
            </a:lvl4pPr>
            <a:lvl5pPr lvl="4" algn="l">
              <a:lnSpc>
                <a:spcPct val="115000"/>
              </a:lnSpc>
              <a:spcBef>
                <a:spcPts val="0"/>
              </a:spcBef>
              <a:spcAft>
                <a:spcPts val="0"/>
              </a:spcAft>
              <a:buSzPts val="3000"/>
              <a:buChar char="○"/>
              <a:defRPr sz="3000"/>
            </a:lvl5pPr>
            <a:lvl6pPr lvl="5" algn="l">
              <a:lnSpc>
                <a:spcPct val="115000"/>
              </a:lnSpc>
              <a:spcBef>
                <a:spcPts val="0"/>
              </a:spcBef>
              <a:spcAft>
                <a:spcPts val="0"/>
              </a:spcAft>
              <a:buSzPts val="3000"/>
              <a:buChar char="■"/>
              <a:defRPr sz="3000"/>
            </a:lvl6pPr>
            <a:lvl7pPr lvl="6" algn="l">
              <a:lnSpc>
                <a:spcPct val="115000"/>
              </a:lnSpc>
              <a:spcBef>
                <a:spcPts val="0"/>
              </a:spcBef>
              <a:spcAft>
                <a:spcPts val="0"/>
              </a:spcAft>
              <a:buSzPts val="3000"/>
              <a:buChar char="●"/>
              <a:defRPr sz="3000"/>
            </a:lvl7pPr>
            <a:lvl8pPr lvl="7" algn="l">
              <a:lnSpc>
                <a:spcPct val="115000"/>
              </a:lnSpc>
              <a:spcBef>
                <a:spcPts val="0"/>
              </a:spcBef>
              <a:spcAft>
                <a:spcPts val="0"/>
              </a:spcAft>
              <a:buSzPts val="3000"/>
              <a:buChar char="○"/>
              <a:defRPr sz="3000"/>
            </a:lvl8pPr>
            <a:lvl9pPr lvl="8" algn="l">
              <a:lnSpc>
                <a:spcPct val="115000"/>
              </a:lnSpc>
              <a:spcBef>
                <a:spcPts val="0"/>
              </a:spcBef>
              <a:spcAft>
                <a:spcPts val="0"/>
              </a:spcAft>
              <a:buSzPts val="3000"/>
              <a:buChar char="■"/>
              <a:defRPr sz="3000"/>
            </a:lvl9pPr>
          </a:lstStyle>
          <a:p/>
        </p:txBody>
      </p:sp>
      <p:sp>
        <p:nvSpPr>
          <p:cNvPr id="480" name="Google Shape;480;p54"/>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81" name="Google Shape;481;p54"/>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82" name="Google Shape;482;p54"/>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83" name="Google Shape;483;p54"/>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84" name="Shape 484"/>
        <p:cNvGrpSpPr/>
        <p:nvPr/>
      </p:nvGrpSpPr>
      <p:grpSpPr>
        <a:xfrm>
          <a:off x="0" y="0"/>
          <a:ext cx="0" cy="0"/>
          <a:chOff x="0" y="0"/>
          <a:chExt cx="0" cy="0"/>
        </a:xfrm>
      </p:grpSpPr>
      <p:sp>
        <p:nvSpPr>
          <p:cNvPr id="485" name="Google Shape;485;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486" name="Google Shape;486;p55"/>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87" name="Shape 487"/>
        <p:cNvGrpSpPr/>
        <p:nvPr/>
      </p:nvGrpSpPr>
      <p:grpSpPr>
        <a:xfrm>
          <a:off x="0" y="0"/>
          <a:ext cx="0" cy="0"/>
          <a:chOff x="0" y="0"/>
          <a:chExt cx="0" cy="0"/>
        </a:xfrm>
      </p:grpSpPr>
      <p:sp>
        <p:nvSpPr>
          <p:cNvPr id="488" name="Google Shape;488;p56"/>
          <p:cNvSpPr txBox="1"/>
          <p:nvPr>
            <p:ph idx="1" type="body"/>
          </p:nvPr>
        </p:nvSpPr>
        <p:spPr>
          <a:xfrm>
            <a:off x="311700"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800"/>
              </a:spcBef>
              <a:spcAft>
                <a:spcPts val="0"/>
              </a:spcAft>
              <a:buSzPts val="1200"/>
              <a:buChar char="○"/>
              <a:defRPr sz="1200"/>
            </a:lvl2pPr>
            <a:lvl3pPr indent="-304800" lvl="2" marL="1371600" algn="l">
              <a:lnSpc>
                <a:spcPct val="115000"/>
              </a:lnSpc>
              <a:spcBef>
                <a:spcPts val="800"/>
              </a:spcBef>
              <a:spcAft>
                <a:spcPts val="0"/>
              </a:spcAft>
              <a:buSzPts val="1200"/>
              <a:buChar char="■"/>
              <a:defRPr sz="1200"/>
            </a:lvl3pPr>
            <a:lvl4pPr indent="-304800" lvl="3" marL="1828800" algn="l">
              <a:lnSpc>
                <a:spcPct val="115000"/>
              </a:lnSpc>
              <a:spcBef>
                <a:spcPts val="800"/>
              </a:spcBef>
              <a:spcAft>
                <a:spcPts val="0"/>
              </a:spcAft>
              <a:buSzPts val="1200"/>
              <a:buChar char="●"/>
              <a:defRPr sz="1200"/>
            </a:lvl4pPr>
            <a:lvl5pPr indent="-304800" lvl="4" marL="2286000" algn="l">
              <a:lnSpc>
                <a:spcPct val="115000"/>
              </a:lnSpc>
              <a:spcBef>
                <a:spcPts val="800"/>
              </a:spcBef>
              <a:spcAft>
                <a:spcPts val="0"/>
              </a:spcAft>
              <a:buSzPts val="1200"/>
              <a:buChar char="○"/>
              <a:defRPr sz="1200"/>
            </a:lvl5pPr>
            <a:lvl6pPr indent="-304800" lvl="5" marL="2743200" algn="l">
              <a:lnSpc>
                <a:spcPct val="115000"/>
              </a:lnSpc>
              <a:spcBef>
                <a:spcPts val="800"/>
              </a:spcBef>
              <a:spcAft>
                <a:spcPts val="0"/>
              </a:spcAft>
              <a:buSzPts val="1200"/>
              <a:buChar char="■"/>
              <a:defRPr sz="1200"/>
            </a:lvl6pPr>
            <a:lvl7pPr indent="-304800" lvl="6" marL="3200400" algn="l">
              <a:lnSpc>
                <a:spcPct val="115000"/>
              </a:lnSpc>
              <a:spcBef>
                <a:spcPts val="800"/>
              </a:spcBef>
              <a:spcAft>
                <a:spcPts val="0"/>
              </a:spcAft>
              <a:buSzPts val="1200"/>
              <a:buChar char="●"/>
              <a:defRPr sz="1200"/>
            </a:lvl7pPr>
            <a:lvl8pPr indent="-304800" lvl="7" marL="3657600" algn="l">
              <a:lnSpc>
                <a:spcPct val="115000"/>
              </a:lnSpc>
              <a:spcBef>
                <a:spcPts val="800"/>
              </a:spcBef>
              <a:spcAft>
                <a:spcPts val="0"/>
              </a:spcAft>
              <a:buSzPts val="1200"/>
              <a:buChar char="○"/>
              <a:defRPr sz="1200"/>
            </a:lvl8pPr>
            <a:lvl9pPr indent="-304800" lvl="8" marL="4114800" algn="l">
              <a:lnSpc>
                <a:spcPct val="115000"/>
              </a:lnSpc>
              <a:spcBef>
                <a:spcPts val="800"/>
              </a:spcBef>
              <a:spcAft>
                <a:spcPts val="800"/>
              </a:spcAft>
              <a:buSzPts val="1200"/>
              <a:buChar char="■"/>
              <a:defRPr sz="1200"/>
            </a:lvl9pPr>
          </a:lstStyle>
          <a:p/>
        </p:txBody>
      </p:sp>
      <p:sp>
        <p:nvSpPr>
          <p:cNvPr id="489" name="Google Shape;489;p56"/>
          <p:cNvSpPr/>
          <p:nvPr>
            <p:ph idx="2" type="pic"/>
          </p:nvPr>
        </p:nvSpPr>
        <p:spPr>
          <a:xfrm>
            <a:off x="4804825" y="1133300"/>
            <a:ext cx="4027500" cy="2392800"/>
          </a:xfrm>
          <a:prstGeom prst="rect">
            <a:avLst/>
          </a:prstGeom>
          <a:noFill/>
          <a:ln>
            <a:noFill/>
          </a:ln>
        </p:spPr>
      </p:sp>
      <p:sp>
        <p:nvSpPr>
          <p:cNvPr id="490" name="Google Shape;490;p56"/>
          <p:cNvSpPr/>
          <p:nvPr>
            <p:ph idx="3" type="pic"/>
          </p:nvPr>
        </p:nvSpPr>
        <p:spPr>
          <a:xfrm>
            <a:off x="311725" y="1133300"/>
            <a:ext cx="4027500" cy="2392800"/>
          </a:xfrm>
          <a:prstGeom prst="rect">
            <a:avLst/>
          </a:prstGeom>
          <a:noFill/>
          <a:ln>
            <a:noFill/>
          </a:ln>
        </p:spPr>
      </p:sp>
      <p:sp>
        <p:nvSpPr>
          <p:cNvPr id="491" name="Google Shape;491;p56"/>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92" name="Google Shape;492;p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493" name="Google Shape;493;p56"/>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494" name="Google Shape;494;p56"/>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95" name="Shape 495"/>
        <p:cNvGrpSpPr/>
        <p:nvPr/>
      </p:nvGrpSpPr>
      <p:grpSpPr>
        <a:xfrm>
          <a:off x="0" y="0"/>
          <a:ext cx="0" cy="0"/>
          <a:chOff x="0" y="0"/>
          <a:chExt cx="0" cy="0"/>
        </a:xfrm>
      </p:grpSpPr>
      <p:sp>
        <p:nvSpPr>
          <p:cNvPr id="496" name="Google Shape;496;p57"/>
          <p:cNvSpPr txBox="1"/>
          <p:nvPr>
            <p:ph idx="1" type="body"/>
          </p:nvPr>
        </p:nvSpPr>
        <p:spPr>
          <a:xfrm>
            <a:off x="31170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800"/>
              </a:spcBef>
              <a:spcAft>
                <a:spcPts val="0"/>
              </a:spcAft>
              <a:buSzPts val="1200"/>
              <a:buChar char="○"/>
              <a:defRPr sz="1200"/>
            </a:lvl2pPr>
            <a:lvl3pPr indent="-304800" lvl="2" marL="1371600" algn="l">
              <a:lnSpc>
                <a:spcPct val="115000"/>
              </a:lnSpc>
              <a:spcBef>
                <a:spcPts val="800"/>
              </a:spcBef>
              <a:spcAft>
                <a:spcPts val="0"/>
              </a:spcAft>
              <a:buSzPts val="1200"/>
              <a:buChar char="■"/>
              <a:defRPr sz="1200"/>
            </a:lvl3pPr>
            <a:lvl4pPr indent="-304800" lvl="3" marL="1828800" algn="l">
              <a:lnSpc>
                <a:spcPct val="115000"/>
              </a:lnSpc>
              <a:spcBef>
                <a:spcPts val="800"/>
              </a:spcBef>
              <a:spcAft>
                <a:spcPts val="0"/>
              </a:spcAft>
              <a:buSzPts val="1200"/>
              <a:buChar char="●"/>
              <a:defRPr sz="1200"/>
            </a:lvl4pPr>
            <a:lvl5pPr indent="-304800" lvl="4" marL="2286000" algn="l">
              <a:lnSpc>
                <a:spcPct val="115000"/>
              </a:lnSpc>
              <a:spcBef>
                <a:spcPts val="800"/>
              </a:spcBef>
              <a:spcAft>
                <a:spcPts val="0"/>
              </a:spcAft>
              <a:buSzPts val="1200"/>
              <a:buChar char="○"/>
              <a:defRPr sz="1200"/>
            </a:lvl5pPr>
            <a:lvl6pPr indent="-304800" lvl="5" marL="2743200" algn="l">
              <a:lnSpc>
                <a:spcPct val="115000"/>
              </a:lnSpc>
              <a:spcBef>
                <a:spcPts val="800"/>
              </a:spcBef>
              <a:spcAft>
                <a:spcPts val="0"/>
              </a:spcAft>
              <a:buSzPts val="1200"/>
              <a:buChar char="■"/>
              <a:defRPr sz="1200"/>
            </a:lvl6pPr>
            <a:lvl7pPr indent="-304800" lvl="6" marL="3200400" algn="l">
              <a:lnSpc>
                <a:spcPct val="115000"/>
              </a:lnSpc>
              <a:spcBef>
                <a:spcPts val="800"/>
              </a:spcBef>
              <a:spcAft>
                <a:spcPts val="0"/>
              </a:spcAft>
              <a:buSzPts val="1200"/>
              <a:buChar char="●"/>
              <a:defRPr sz="1200"/>
            </a:lvl7pPr>
            <a:lvl8pPr indent="-304800" lvl="7" marL="3657600" algn="l">
              <a:lnSpc>
                <a:spcPct val="115000"/>
              </a:lnSpc>
              <a:spcBef>
                <a:spcPts val="800"/>
              </a:spcBef>
              <a:spcAft>
                <a:spcPts val="0"/>
              </a:spcAft>
              <a:buSzPts val="1200"/>
              <a:buChar char="○"/>
              <a:defRPr sz="1200"/>
            </a:lvl8pPr>
            <a:lvl9pPr indent="-304800" lvl="8" marL="4114800" algn="l">
              <a:lnSpc>
                <a:spcPct val="115000"/>
              </a:lnSpc>
              <a:spcBef>
                <a:spcPts val="800"/>
              </a:spcBef>
              <a:spcAft>
                <a:spcPts val="800"/>
              </a:spcAft>
              <a:buSzPts val="1200"/>
              <a:buChar char="■"/>
              <a:defRPr sz="1200"/>
            </a:lvl9pPr>
          </a:lstStyle>
          <a:p/>
        </p:txBody>
      </p:sp>
      <p:sp>
        <p:nvSpPr>
          <p:cNvPr id="497" name="Google Shape;497;p57"/>
          <p:cNvSpPr/>
          <p:nvPr>
            <p:ph idx="2" type="pic"/>
          </p:nvPr>
        </p:nvSpPr>
        <p:spPr>
          <a:xfrm>
            <a:off x="6205225" y="1128325"/>
            <a:ext cx="2627100" cy="2273100"/>
          </a:xfrm>
          <a:prstGeom prst="rect">
            <a:avLst/>
          </a:prstGeom>
          <a:noFill/>
          <a:ln>
            <a:noFill/>
          </a:ln>
        </p:spPr>
      </p:sp>
      <p:sp>
        <p:nvSpPr>
          <p:cNvPr id="498" name="Google Shape;498;p57"/>
          <p:cNvSpPr/>
          <p:nvPr>
            <p:ph idx="3" type="pic"/>
          </p:nvPr>
        </p:nvSpPr>
        <p:spPr>
          <a:xfrm>
            <a:off x="311725" y="1128325"/>
            <a:ext cx="2627100" cy="2273100"/>
          </a:xfrm>
          <a:prstGeom prst="rect">
            <a:avLst/>
          </a:prstGeom>
          <a:noFill/>
          <a:ln>
            <a:noFill/>
          </a:ln>
        </p:spPr>
      </p:sp>
      <p:sp>
        <p:nvSpPr>
          <p:cNvPr id="499" name="Google Shape;499;p57"/>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00" name="Google Shape;500;p57"/>
          <p:cNvSpPr/>
          <p:nvPr>
            <p:ph idx="5" type="pic"/>
          </p:nvPr>
        </p:nvSpPr>
        <p:spPr>
          <a:xfrm>
            <a:off x="3255250" y="1128325"/>
            <a:ext cx="2627100" cy="2273100"/>
          </a:xfrm>
          <a:prstGeom prst="rect">
            <a:avLst/>
          </a:prstGeom>
          <a:noFill/>
          <a:ln>
            <a:noFill/>
          </a:ln>
        </p:spPr>
      </p:sp>
      <p:sp>
        <p:nvSpPr>
          <p:cNvPr id="501" name="Google Shape;501;p57"/>
          <p:cNvSpPr txBox="1"/>
          <p:nvPr>
            <p:ph idx="6" type="body"/>
          </p:nvPr>
        </p:nvSpPr>
        <p:spPr>
          <a:xfrm>
            <a:off x="325525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02" name="Google Shape;502;p5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503" name="Google Shape;503;p57"/>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504" name="Google Shape;504;p57"/>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505" name="Google Shape;505;p57"/>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506" name="Shape 506"/>
        <p:cNvGrpSpPr/>
        <p:nvPr/>
      </p:nvGrpSpPr>
      <p:grpSpPr>
        <a:xfrm>
          <a:off x="0" y="0"/>
          <a:ext cx="0" cy="0"/>
          <a:chOff x="0" y="0"/>
          <a:chExt cx="0" cy="0"/>
        </a:xfrm>
      </p:grpSpPr>
      <p:sp>
        <p:nvSpPr>
          <p:cNvPr id="507" name="Google Shape;507;p58"/>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508" name="Shape 508"/>
        <p:cNvGrpSpPr/>
        <p:nvPr/>
      </p:nvGrpSpPr>
      <p:grpSpPr>
        <a:xfrm>
          <a:off x="0" y="0"/>
          <a:ext cx="0" cy="0"/>
          <a:chOff x="0" y="0"/>
          <a:chExt cx="0" cy="0"/>
        </a:xfrm>
      </p:grpSpPr>
      <p:sp>
        <p:nvSpPr>
          <p:cNvPr id="509" name="Google Shape;509;p59"/>
          <p:cNvSpPr/>
          <p:nvPr>
            <p:ph idx="2" type="pic"/>
          </p:nvPr>
        </p:nvSpPr>
        <p:spPr>
          <a:xfrm>
            <a:off x="3389600" y="118913"/>
            <a:ext cx="1643700" cy="1535100"/>
          </a:xfrm>
          <a:prstGeom prst="rect">
            <a:avLst/>
          </a:prstGeom>
          <a:noFill/>
          <a:ln>
            <a:noFill/>
          </a:ln>
        </p:spPr>
      </p:sp>
      <p:sp>
        <p:nvSpPr>
          <p:cNvPr id="510" name="Google Shape;510;p59"/>
          <p:cNvSpPr/>
          <p:nvPr>
            <p:ph idx="3" type="pic"/>
          </p:nvPr>
        </p:nvSpPr>
        <p:spPr>
          <a:xfrm>
            <a:off x="5195935" y="118913"/>
            <a:ext cx="1643700" cy="1535100"/>
          </a:xfrm>
          <a:prstGeom prst="rect">
            <a:avLst/>
          </a:prstGeom>
          <a:noFill/>
          <a:ln>
            <a:noFill/>
          </a:ln>
        </p:spPr>
      </p:sp>
      <p:sp>
        <p:nvSpPr>
          <p:cNvPr id="511" name="Google Shape;511;p59"/>
          <p:cNvSpPr/>
          <p:nvPr>
            <p:ph idx="4" type="pic"/>
          </p:nvPr>
        </p:nvSpPr>
        <p:spPr>
          <a:xfrm>
            <a:off x="7002270" y="118913"/>
            <a:ext cx="1643700" cy="1535100"/>
          </a:xfrm>
          <a:prstGeom prst="rect">
            <a:avLst/>
          </a:prstGeom>
          <a:noFill/>
          <a:ln>
            <a:noFill/>
          </a:ln>
        </p:spPr>
      </p:sp>
      <p:sp>
        <p:nvSpPr>
          <p:cNvPr id="512" name="Google Shape;512;p59"/>
          <p:cNvSpPr/>
          <p:nvPr>
            <p:ph idx="5" type="pic"/>
          </p:nvPr>
        </p:nvSpPr>
        <p:spPr>
          <a:xfrm>
            <a:off x="3389588" y="1804212"/>
            <a:ext cx="1643700" cy="1535100"/>
          </a:xfrm>
          <a:prstGeom prst="rect">
            <a:avLst/>
          </a:prstGeom>
          <a:noFill/>
          <a:ln>
            <a:noFill/>
          </a:ln>
        </p:spPr>
      </p:sp>
      <p:sp>
        <p:nvSpPr>
          <p:cNvPr id="513" name="Google Shape;513;p59"/>
          <p:cNvSpPr/>
          <p:nvPr>
            <p:ph idx="6" type="pic"/>
          </p:nvPr>
        </p:nvSpPr>
        <p:spPr>
          <a:xfrm>
            <a:off x="5195922" y="1804212"/>
            <a:ext cx="1643700" cy="1535100"/>
          </a:xfrm>
          <a:prstGeom prst="rect">
            <a:avLst/>
          </a:prstGeom>
          <a:noFill/>
          <a:ln>
            <a:noFill/>
          </a:ln>
        </p:spPr>
      </p:sp>
      <p:sp>
        <p:nvSpPr>
          <p:cNvPr id="514" name="Google Shape;514;p59"/>
          <p:cNvSpPr/>
          <p:nvPr>
            <p:ph idx="7" type="pic"/>
          </p:nvPr>
        </p:nvSpPr>
        <p:spPr>
          <a:xfrm>
            <a:off x="7002257" y="1804212"/>
            <a:ext cx="1643700" cy="1535100"/>
          </a:xfrm>
          <a:prstGeom prst="rect">
            <a:avLst/>
          </a:prstGeom>
          <a:noFill/>
          <a:ln>
            <a:noFill/>
          </a:ln>
        </p:spPr>
      </p:sp>
      <p:sp>
        <p:nvSpPr>
          <p:cNvPr id="515" name="Google Shape;515;p59"/>
          <p:cNvSpPr txBox="1"/>
          <p:nvPr>
            <p:ph type="title"/>
          </p:nvPr>
        </p:nvSpPr>
        <p:spPr>
          <a:xfrm>
            <a:off x="351550" y="445025"/>
            <a:ext cx="2596800" cy="17064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516" name="Google Shape;516;p59"/>
          <p:cNvSpPr/>
          <p:nvPr>
            <p:ph idx="8" type="pic"/>
          </p:nvPr>
        </p:nvSpPr>
        <p:spPr>
          <a:xfrm>
            <a:off x="3389588" y="3489487"/>
            <a:ext cx="1643700" cy="1535100"/>
          </a:xfrm>
          <a:prstGeom prst="rect">
            <a:avLst/>
          </a:prstGeom>
          <a:noFill/>
          <a:ln>
            <a:noFill/>
          </a:ln>
        </p:spPr>
      </p:sp>
      <p:sp>
        <p:nvSpPr>
          <p:cNvPr id="517" name="Google Shape;517;p59"/>
          <p:cNvSpPr/>
          <p:nvPr>
            <p:ph idx="9" type="pic"/>
          </p:nvPr>
        </p:nvSpPr>
        <p:spPr>
          <a:xfrm>
            <a:off x="5195922" y="3489487"/>
            <a:ext cx="1643700" cy="1535100"/>
          </a:xfrm>
          <a:prstGeom prst="rect">
            <a:avLst/>
          </a:prstGeom>
          <a:noFill/>
          <a:ln>
            <a:noFill/>
          </a:ln>
        </p:spPr>
      </p:sp>
      <p:sp>
        <p:nvSpPr>
          <p:cNvPr id="518" name="Google Shape;518;p5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1">
  <p:cSld name="BLANK_1">
    <p:spTree>
      <p:nvGrpSpPr>
        <p:cNvPr id="524" name="Shape 524"/>
        <p:cNvGrpSpPr/>
        <p:nvPr/>
      </p:nvGrpSpPr>
      <p:grpSpPr>
        <a:xfrm>
          <a:off x="0" y="0"/>
          <a:ext cx="0" cy="0"/>
          <a:chOff x="0" y="0"/>
          <a:chExt cx="0" cy="0"/>
        </a:xfrm>
      </p:grpSpPr>
      <p:pic>
        <p:nvPicPr>
          <p:cNvPr id="525" name="Google Shape;525;g39c1a85cac3_0_552"/>
          <p:cNvPicPr preferRelativeResize="0"/>
          <p:nvPr/>
        </p:nvPicPr>
        <p:blipFill rotWithShape="1">
          <a:blip r:embed="rId2">
            <a:alphaModFix/>
          </a:blip>
          <a:srcRect b="36187" l="0" r="0" t="0"/>
          <a:stretch/>
        </p:blipFill>
        <p:spPr>
          <a:xfrm rot="5400000">
            <a:off x="6625213" y="2747762"/>
            <a:ext cx="3529224" cy="1266849"/>
          </a:xfrm>
          <a:prstGeom prst="rect">
            <a:avLst/>
          </a:prstGeom>
          <a:gradFill>
            <a:gsLst>
              <a:gs pos="0">
                <a:srgbClr val="808978"/>
              </a:gs>
              <a:gs pos="58000">
                <a:schemeClr val="dk1"/>
              </a:gs>
              <a:gs pos="100000">
                <a:schemeClr val="dk1"/>
              </a:gs>
            </a:gsLst>
            <a:path path="circle">
              <a:fillToRect b="50%" l="50%" r="50%" t="50%"/>
            </a:path>
            <a:tileRect/>
          </a:gradFill>
          <a:ln>
            <a:noFill/>
          </a:ln>
        </p:spPr>
      </p:pic>
      <p:sp>
        <p:nvSpPr>
          <p:cNvPr id="526" name="Google Shape;526;g39c1a85cac3_0_552"/>
          <p:cNvSpPr/>
          <p:nvPr>
            <p:ph idx="2" type="pic"/>
          </p:nvPr>
        </p:nvSpPr>
        <p:spPr>
          <a:xfrm>
            <a:off x="7757975" y="0"/>
            <a:ext cx="1256100" cy="1286400"/>
          </a:xfrm>
          <a:prstGeom prst="rect">
            <a:avLst/>
          </a:prstGeom>
          <a:noFill/>
          <a:ln>
            <a:noFill/>
          </a:ln>
        </p:spPr>
      </p:sp>
      <p:sp>
        <p:nvSpPr>
          <p:cNvPr id="527" name="Google Shape;527;g39c1a85cac3_0_552"/>
          <p:cNvSpPr txBox="1"/>
          <p:nvPr>
            <p:ph type="title"/>
          </p:nvPr>
        </p:nvSpPr>
        <p:spPr>
          <a:xfrm>
            <a:off x="284550" y="1291375"/>
            <a:ext cx="7467600" cy="36210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SzPts val="4800"/>
              <a:buNone/>
              <a:defRPr sz="4800"/>
            </a:lvl1pPr>
            <a:lvl2pPr lvl="1" algn="ctr">
              <a:lnSpc>
                <a:spcPct val="115000"/>
              </a:lnSpc>
              <a:spcBef>
                <a:spcPts val="0"/>
              </a:spcBef>
              <a:spcAft>
                <a:spcPts val="0"/>
              </a:spcAft>
              <a:buSzPts val="6000"/>
              <a:buNone/>
              <a:defRPr sz="6000">
                <a:latin typeface="Poppins SemiBold"/>
                <a:ea typeface="Poppins SemiBold"/>
                <a:cs typeface="Poppins SemiBold"/>
                <a:sym typeface="Poppins SemiBold"/>
              </a:defRPr>
            </a:lvl2pPr>
            <a:lvl3pPr lvl="2" algn="ctr">
              <a:lnSpc>
                <a:spcPct val="115000"/>
              </a:lnSpc>
              <a:spcBef>
                <a:spcPts val="0"/>
              </a:spcBef>
              <a:spcAft>
                <a:spcPts val="0"/>
              </a:spcAft>
              <a:buSzPts val="6000"/>
              <a:buNone/>
              <a:defRPr sz="6000">
                <a:latin typeface="Poppins SemiBold"/>
                <a:ea typeface="Poppins SemiBold"/>
                <a:cs typeface="Poppins SemiBold"/>
                <a:sym typeface="Poppins SemiBold"/>
              </a:defRPr>
            </a:lvl3pPr>
            <a:lvl4pPr lvl="3" algn="ctr">
              <a:lnSpc>
                <a:spcPct val="115000"/>
              </a:lnSpc>
              <a:spcBef>
                <a:spcPts val="0"/>
              </a:spcBef>
              <a:spcAft>
                <a:spcPts val="0"/>
              </a:spcAft>
              <a:buSzPts val="6000"/>
              <a:buNone/>
              <a:defRPr sz="6000">
                <a:latin typeface="Poppins SemiBold"/>
                <a:ea typeface="Poppins SemiBold"/>
                <a:cs typeface="Poppins SemiBold"/>
                <a:sym typeface="Poppins SemiBold"/>
              </a:defRPr>
            </a:lvl4pPr>
            <a:lvl5pPr lvl="4" algn="ctr">
              <a:lnSpc>
                <a:spcPct val="115000"/>
              </a:lnSpc>
              <a:spcBef>
                <a:spcPts val="0"/>
              </a:spcBef>
              <a:spcAft>
                <a:spcPts val="0"/>
              </a:spcAft>
              <a:buSzPts val="6000"/>
              <a:buNone/>
              <a:defRPr sz="6000">
                <a:latin typeface="Poppins SemiBold"/>
                <a:ea typeface="Poppins SemiBold"/>
                <a:cs typeface="Poppins SemiBold"/>
                <a:sym typeface="Poppins SemiBold"/>
              </a:defRPr>
            </a:lvl5pPr>
            <a:lvl6pPr lvl="5" algn="ctr">
              <a:lnSpc>
                <a:spcPct val="115000"/>
              </a:lnSpc>
              <a:spcBef>
                <a:spcPts val="0"/>
              </a:spcBef>
              <a:spcAft>
                <a:spcPts val="0"/>
              </a:spcAft>
              <a:buSzPts val="6000"/>
              <a:buNone/>
              <a:defRPr sz="6000">
                <a:latin typeface="Poppins SemiBold"/>
                <a:ea typeface="Poppins SemiBold"/>
                <a:cs typeface="Poppins SemiBold"/>
                <a:sym typeface="Poppins SemiBold"/>
              </a:defRPr>
            </a:lvl6pPr>
            <a:lvl7pPr lvl="6" algn="ctr">
              <a:lnSpc>
                <a:spcPct val="115000"/>
              </a:lnSpc>
              <a:spcBef>
                <a:spcPts val="0"/>
              </a:spcBef>
              <a:spcAft>
                <a:spcPts val="0"/>
              </a:spcAft>
              <a:buSzPts val="6000"/>
              <a:buNone/>
              <a:defRPr sz="6000">
                <a:latin typeface="Poppins SemiBold"/>
                <a:ea typeface="Poppins SemiBold"/>
                <a:cs typeface="Poppins SemiBold"/>
                <a:sym typeface="Poppins SemiBold"/>
              </a:defRPr>
            </a:lvl7pPr>
            <a:lvl8pPr lvl="7" algn="ctr">
              <a:lnSpc>
                <a:spcPct val="115000"/>
              </a:lnSpc>
              <a:spcBef>
                <a:spcPts val="0"/>
              </a:spcBef>
              <a:spcAft>
                <a:spcPts val="0"/>
              </a:spcAft>
              <a:buSzPts val="6000"/>
              <a:buNone/>
              <a:defRPr sz="6000">
                <a:latin typeface="Poppins SemiBold"/>
                <a:ea typeface="Poppins SemiBold"/>
                <a:cs typeface="Poppins SemiBold"/>
                <a:sym typeface="Poppins SemiBold"/>
              </a:defRPr>
            </a:lvl8pPr>
            <a:lvl9pPr lvl="8" algn="ctr">
              <a:lnSpc>
                <a:spcPct val="115000"/>
              </a:lnSpc>
              <a:spcBef>
                <a:spcPts val="0"/>
              </a:spcBef>
              <a:spcAft>
                <a:spcPts val="0"/>
              </a:spcAft>
              <a:buSzPts val="6000"/>
              <a:buNone/>
              <a:defRPr sz="6000">
                <a:latin typeface="Poppins SemiBold"/>
                <a:ea typeface="Poppins SemiBold"/>
                <a:cs typeface="Poppins SemiBold"/>
                <a:sym typeface="Poppins SemiBold"/>
              </a:defRPr>
            </a:lvl9pPr>
          </a:lstStyle>
          <a:p/>
        </p:txBody>
      </p:sp>
      <p:sp>
        <p:nvSpPr>
          <p:cNvPr id="528" name="Google Shape;528;g39c1a85cac3_0_552"/>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529" name="Google Shape;529;g39c1a85cac3_0_552"/>
          <p:cNvGrpSpPr/>
          <p:nvPr/>
        </p:nvGrpSpPr>
        <p:grpSpPr>
          <a:xfrm>
            <a:off x="128875" y="0"/>
            <a:ext cx="8894375" cy="5144700"/>
            <a:chOff x="128875" y="0"/>
            <a:chExt cx="8894375" cy="5144700"/>
          </a:xfrm>
        </p:grpSpPr>
        <p:cxnSp>
          <p:nvCxnSpPr>
            <p:cNvPr id="530" name="Google Shape;530;g39c1a85cac3_0_552"/>
            <p:cNvCxnSpPr/>
            <p:nvPr/>
          </p:nvCxnSpPr>
          <p:spPr>
            <a:xfrm>
              <a:off x="7752136" y="1200"/>
              <a:ext cx="0" cy="5143500"/>
            </a:xfrm>
            <a:prstGeom prst="straightConnector1">
              <a:avLst/>
            </a:prstGeom>
            <a:noFill/>
            <a:ln cap="flat" cmpd="sng" w="9525">
              <a:solidFill>
                <a:schemeClr val="dk2"/>
              </a:solidFill>
              <a:prstDash val="solid"/>
              <a:round/>
              <a:headEnd len="sm" w="sm" type="none"/>
              <a:tailEnd len="sm" w="sm" type="none"/>
            </a:ln>
          </p:spPr>
        </p:cxnSp>
        <p:cxnSp>
          <p:nvCxnSpPr>
            <p:cNvPr id="531" name="Google Shape;531;g39c1a85cac3_0_552"/>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cxnSp>
          <p:nvCxnSpPr>
            <p:cNvPr id="532" name="Google Shape;532;g39c1a85cac3_0_552"/>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cxnSp>
          <p:nvCxnSpPr>
            <p:cNvPr id="533" name="Google Shape;533;g39c1a85cac3_0_552"/>
            <p:cNvCxnSpPr/>
            <p:nvPr/>
          </p:nvCxnSpPr>
          <p:spPr>
            <a:xfrm>
              <a:off x="128875" y="1291375"/>
              <a:ext cx="8885400" cy="0"/>
            </a:xfrm>
            <a:prstGeom prst="straightConnector1">
              <a:avLst/>
            </a:prstGeom>
            <a:noFill/>
            <a:ln cap="flat" cmpd="sng" w="9525">
              <a:solidFill>
                <a:schemeClr val="dk2"/>
              </a:solidFill>
              <a:prstDash val="solid"/>
              <a:round/>
              <a:headEnd len="sm" w="sm" type="none"/>
              <a:tailEnd len="sm" w="sm" type="none"/>
            </a:ln>
          </p:spPr>
        </p:cxnSp>
      </p:grpSp>
      <p:sp>
        <p:nvSpPr>
          <p:cNvPr id="534" name="Google Shape;534;g39c1a85cac3_0_552"/>
          <p:cNvSpPr txBox="1"/>
          <p:nvPr>
            <p:ph idx="1" type="subTitle"/>
          </p:nvPr>
        </p:nvSpPr>
        <p:spPr>
          <a:xfrm>
            <a:off x="128875" y="-450"/>
            <a:ext cx="3357900" cy="1291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1">
  <p:cSld name="BLANK_2">
    <p:spTree>
      <p:nvGrpSpPr>
        <p:cNvPr id="535" name="Shape 535"/>
        <p:cNvGrpSpPr/>
        <p:nvPr/>
      </p:nvGrpSpPr>
      <p:grpSpPr>
        <a:xfrm>
          <a:off x="0" y="0"/>
          <a:ext cx="0" cy="0"/>
          <a:chOff x="0" y="0"/>
          <a:chExt cx="0" cy="0"/>
        </a:xfrm>
      </p:grpSpPr>
      <p:pic>
        <p:nvPicPr>
          <p:cNvPr id="536" name="Google Shape;536;g39c1a85cac3_0_531"/>
          <p:cNvPicPr preferRelativeResize="0"/>
          <p:nvPr/>
        </p:nvPicPr>
        <p:blipFill rotWithShape="1">
          <a:blip r:embed="rId2">
            <a:alphaModFix amt="70000"/>
          </a:blip>
          <a:srcRect b="0" l="1311" r="0" t="0"/>
          <a:stretch/>
        </p:blipFill>
        <p:spPr>
          <a:xfrm>
            <a:off x="0" y="0"/>
            <a:ext cx="9023249" cy="5143500"/>
          </a:xfrm>
          <a:prstGeom prst="rect">
            <a:avLst/>
          </a:prstGeom>
          <a:noFill/>
          <a:ln>
            <a:noFill/>
          </a:ln>
        </p:spPr>
      </p:pic>
      <p:sp>
        <p:nvSpPr>
          <p:cNvPr id="537" name="Google Shape;537;g39c1a85cac3_0_531"/>
          <p:cNvSpPr txBox="1"/>
          <p:nvPr>
            <p:ph type="title"/>
          </p:nvPr>
        </p:nvSpPr>
        <p:spPr>
          <a:xfrm>
            <a:off x="128875" y="1291375"/>
            <a:ext cx="6341400" cy="3620700"/>
          </a:xfrm>
          <a:prstGeom prst="rect">
            <a:avLst/>
          </a:prstGeom>
          <a:noFill/>
          <a:ln>
            <a:noFill/>
          </a:ln>
        </p:spPr>
        <p:txBody>
          <a:bodyPr anchorCtr="0" anchor="b" bIns="0" lIns="91425" spcFirstLastPara="1" rIns="91425" wrap="square" tIns="91425">
            <a:noAutofit/>
          </a:bodyPr>
          <a:lstStyle>
            <a:lvl1pPr lvl="0" algn="l">
              <a:lnSpc>
                <a:spcPct val="90000"/>
              </a:lnSpc>
              <a:spcBef>
                <a:spcPts val="0"/>
              </a:spcBef>
              <a:spcAft>
                <a:spcPts val="0"/>
              </a:spcAft>
              <a:buSzPts val="6000"/>
              <a:buNone/>
              <a:defRPr sz="6000"/>
            </a:lvl1pPr>
            <a:lvl2pPr lvl="1" algn="ctr">
              <a:lnSpc>
                <a:spcPct val="115000"/>
              </a:lnSpc>
              <a:spcBef>
                <a:spcPts val="0"/>
              </a:spcBef>
              <a:spcAft>
                <a:spcPts val="0"/>
              </a:spcAft>
              <a:buSzPts val="6000"/>
              <a:buNone/>
              <a:defRPr sz="6000">
                <a:latin typeface="Poppins SemiBold"/>
                <a:ea typeface="Poppins SemiBold"/>
                <a:cs typeface="Poppins SemiBold"/>
                <a:sym typeface="Poppins SemiBold"/>
              </a:defRPr>
            </a:lvl2pPr>
            <a:lvl3pPr lvl="2" algn="ctr">
              <a:lnSpc>
                <a:spcPct val="115000"/>
              </a:lnSpc>
              <a:spcBef>
                <a:spcPts val="0"/>
              </a:spcBef>
              <a:spcAft>
                <a:spcPts val="0"/>
              </a:spcAft>
              <a:buSzPts val="6000"/>
              <a:buNone/>
              <a:defRPr sz="6000">
                <a:latin typeface="Poppins SemiBold"/>
                <a:ea typeface="Poppins SemiBold"/>
                <a:cs typeface="Poppins SemiBold"/>
                <a:sym typeface="Poppins SemiBold"/>
              </a:defRPr>
            </a:lvl3pPr>
            <a:lvl4pPr lvl="3" algn="ctr">
              <a:lnSpc>
                <a:spcPct val="115000"/>
              </a:lnSpc>
              <a:spcBef>
                <a:spcPts val="0"/>
              </a:spcBef>
              <a:spcAft>
                <a:spcPts val="0"/>
              </a:spcAft>
              <a:buSzPts val="6000"/>
              <a:buNone/>
              <a:defRPr sz="6000">
                <a:latin typeface="Poppins SemiBold"/>
                <a:ea typeface="Poppins SemiBold"/>
                <a:cs typeface="Poppins SemiBold"/>
                <a:sym typeface="Poppins SemiBold"/>
              </a:defRPr>
            </a:lvl4pPr>
            <a:lvl5pPr lvl="4" algn="ctr">
              <a:lnSpc>
                <a:spcPct val="115000"/>
              </a:lnSpc>
              <a:spcBef>
                <a:spcPts val="0"/>
              </a:spcBef>
              <a:spcAft>
                <a:spcPts val="0"/>
              </a:spcAft>
              <a:buSzPts val="6000"/>
              <a:buNone/>
              <a:defRPr sz="6000">
                <a:latin typeface="Poppins SemiBold"/>
                <a:ea typeface="Poppins SemiBold"/>
                <a:cs typeface="Poppins SemiBold"/>
                <a:sym typeface="Poppins SemiBold"/>
              </a:defRPr>
            </a:lvl5pPr>
            <a:lvl6pPr lvl="5" algn="ctr">
              <a:lnSpc>
                <a:spcPct val="115000"/>
              </a:lnSpc>
              <a:spcBef>
                <a:spcPts val="0"/>
              </a:spcBef>
              <a:spcAft>
                <a:spcPts val="0"/>
              </a:spcAft>
              <a:buSzPts val="6000"/>
              <a:buNone/>
              <a:defRPr sz="6000">
                <a:latin typeface="Poppins SemiBold"/>
                <a:ea typeface="Poppins SemiBold"/>
                <a:cs typeface="Poppins SemiBold"/>
                <a:sym typeface="Poppins SemiBold"/>
              </a:defRPr>
            </a:lvl6pPr>
            <a:lvl7pPr lvl="6" algn="ctr">
              <a:lnSpc>
                <a:spcPct val="115000"/>
              </a:lnSpc>
              <a:spcBef>
                <a:spcPts val="0"/>
              </a:spcBef>
              <a:spcAft>
                <a:spcPts val="0"/>
              </a:spcAft>
              <a:buSzPts val="6000"/>
              <a:buNone/>
              <a:defRPr sz="6000">
                <a:latin typeface="Poppins SemiBold"/>
                <a:ea typeface="Poppins SemiBold"/>
                <a:cs typeface="Poppins SemiBold"/>
                <a:sym typeface="Poppins SemiBold"/>
              </a:defRPr>
            </a:lvl7pPr>
            <a:lvl8pPr lvl="7" algn="ctr">
              <a:lnSpc>
                <a:spcPct val="115000"/>
              </a:lnSpc>
              <a:spcBef>
                <a:spcPts val="0"/>
              </a:spcBef>
              <a:spcAft>
                <a:spcPts val="0"/>
              </a:spcAft>
              <a:buSzPts val="6000"/>
              <a:buNone/>
              <a:defRPr sz="6000">
                <a:latin typeface="Poppins SemiBold"/>
                <a:ea typeface="Poppins SemiBold"/>
                <a:cs typeface="Poppins SemiBold"/>
                <a:sym typeface="Poppins SemiBold"/>
              </a:defRPr>
            </a:lvl8pPr>
            <a:lvl9pPr lvl="8" algn="ctr">
              <a:lnSpc>
                <a:spcPct val="115000"/>
              </a:lnSpc>
              <a:spcBef>
                <a:spcPts val="0"/>
              </a:spcBef>
              <a:spcAft>
                <a:spcPts val="0"/>
              </a:spcAft>
              <a:buSzPts val="6000"/>
              <a:buNone/>
              <a:defRPr sz="6000">
                <a:latin typeface="Poppins SemiBold"/>
                <a:ea typeface="Poppins SemiBold"/>
                <a:cs typeface="Poppins SemiBold"/>
                <a:sym typeface="Poppins SemiBold"/>
              </a:defRPr>
            </a:lvl9pPr>
          </a:lstStyle>
          <a:p/>
        </p:txBody>
      </p:sp>
      <p:sp>
        <p:nvSpPr>
          <p:cNvPr id="538" name="Google Shape;538;g39c1a85cac3_0_531"/>
          <p:cNvSpPr/>
          <p:nvPr>
            <p:ph idx="2" type="pic"/>
          </p:nvPr>
        </p:nvSpPr>
        <p:spPr>
          <a:xfrm>
            <a:off x="6487225" y="2586525"/>
            <a:ext cx="1259100" cy="1269000"/>
          </a:xfrm>
          <a:prstGeom prst="rect">
            <a:avLst/>
          </a:prstGeom>
          <a:noFill/>
          <a:ln>
            <a:noFill/>
          </a:ln>
        </p:spPr>
      </p:sp>
      <p:sp>
        <p:nvSpPr>
          <p:cNvPr id="539" name="Google Shape;539;g39c1a85cac3_0_531"/>
          <p:cNvSpPr/>
          <p:nvPr>
            <p:ph idx="3" type="pic"/>
          </p:nvPr>
        </p:nvSpPr>
        <p:spPr>
          <a:xfrm>
            <a:off x="7757975" y="3866750"/>
            <a:ext cx="1259700" cy="1279200"/>
          </a:xfrm>
          <a:prstGeom prst="rect">
            <a:avLst/>
          </a:prstGeom>
          <a:noFill/>
          <a:ln>
            <a:noFill/>
          </a:ln>
        </p:spPr>
      </p:sp>
      <p:sp>
        <p:nvSpPr>
          <p:cNvPr id="540" name="Google Shape;540;g39c1a85cac3_0_531"/>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41" name="Google Shape;541;g39c1a85cac3_0_531"/>
          <p:cNvSpPr txBox="1"/>
          <p:nvPr>
            <p:ph idx="1" type="subTitle"/>
          </p:nvPr>
        </p:nvSpPr>
        <p:spPr>
          <a:xfrm>
            <a:off x="179050" y="228600"/>
            <a:ext cx="1220400" cy="607800"/>
          </a:xfrm>
          <a:prstGeom prst="rect">
            <a:avLst/>
          </a:prstGeom>
          <a:noFill/>
          <a:ln>
            <a:noFill/>
          </a:ln>
        </p:spPr>
        <p:txBody>
          <a:bodyPr anchorCtr="0" anchor="t" bIns="91425" lIns="0" spcFirstLastPara="1" rIns="91425" wrap="square" tIns="0">
            <a:noAutofit/>
          </a:bodyPr>
          <a:lstStyle>
            <a:lvl1pPr lvl="0"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9pPr>
          </a:lstStyle>
          <a:p/>
        </p:txBody>
      </p:sp>
      <p:grpSp>
        <p:nvGrpSpPr>
          <p:cNvPr id="542" name="Google Shape;542;g39c1a85cac3_0_531"/>
          <p:cNvGrpSpPr/>
          <p:nvPr/>
        </p:nvGrpSpPr>
        <p:grpSpPr>
          <a:xfrm>
            <a:off x="128875" y="0"/>
            <a:ext cx="8897700" cy="5144700"/>
            <a:chOff x="128875" y="0"/>
            <a:chExt cx="8897700" cy="5144700"/>
          </a:xfrm>
        </p:grpSpPr>
        <p:cxnSp>
          <p:nvCxnSpPr>
            <p:cNvPr id="543" name="Google Shape;543;g39c1a85cac3_0_531"/>
            <p:cNvCxnSpPr/>
            <p:nvPr/>
          </p:nvCxnSpPr>
          <p:spPr>
            <a:xfrm>
              <a:off x="6480997" y="1200"/>
              <a:ext cx="0" cy="5143500"/>
            </a:xfrm>
            <a:prstGeom prst="straightConnector1">
              <a:avLst/>
            </a:prstGeom>
            <a:noFill/>
            <a:ln cap="flat" cmpd="sng" w="9525">
              <a:solidFill>
                <a:schemeClr val="accent3"/>
              </a:solidFill>
              <a:prstDash val="solid"/>
              <a:round/>
              <a:headEnd len="sm" w="sm" type="none"/>
              <a:tailEnd len="sm" w="sm" type="none"/>
            </a:ln>
          </p:spPr>
        </p:cxnSp>
        <p:cxnSp>
          <p:nvCxnSpPr>
            <p:cNvPr id="544" name="Google Shape;544;g39c1a85cac3_0_531"/>
            <p:cNvCxnSpPr/>
            <p:nvPr/>
          </p:nvCxnSpPr>
          <p:spPr>
            <a:xfrm>
              <a:off x="7752136" y="1200"/>
              <a:ext cx="0" cy="5143500"/>
            </a:xfrm>
            <a:prstGeom prst="straightConnector1">
              <a:avLst/>
            </a:prstGeom>
            <a:noFill/>
            <a:ln cap="flat" cmpd="sng" w="9525">
              <a:solidFill>
                <a:schemeClr val="accent3"/>
              </a:solidFill>
              <a:prstDash val="solid"/>
              <a:round/>
              <a:headEnd len="sm" w="sm" type="none"/>
              <a:tailEnd len="sm" w="sm" type="none"/>
            </a:ln>
          </p:spPr>
        </p:cxnSp>
        <p:cxnSp>
          <p:nvCxnSpPr>
            <p:cNvPr id="545" name="Google Shape;545;g39c1a85cac3_0_531"/>
            <p:cNvCxnSpPr/>
            <p:nvPr/>
          </p:nvCxnSpPr>
          <p:spPr>
            <a:xfrm>
              <a:off x="6481000" y="3861475"/>
              <a:ext cx="2539800" cy="0"/>
            </a:xfrm>
            <a:prstGeom prst="straightConnector1">
              <a:avLst/>
            </a:prstGeom>
            <a:noFill/>
            <a:ln cap="flat" cmpd="sng" w="9525">
              <a:solidFill>
                <a:schemeClr val="accent3"/>
              </a:solidFill>
              <a:prstDash val="solid"/>
              <a:round/>
              <a:headEnd len="sm" w="sm" type="none"/>
              <a:tailEnd len="sm" w="sm" type="none"/>
            </a:ln>
          </p:spPr>
        </p:cxnSp>
        <p:cxnSp>
          <p:nvCxnSpPr>
            <p:cNvPr id="546" name="Google Shape;546;g39c1a85cac3_0_531"/>
            <p:cNvCxnSpPr/>
            <p:nvPr/>
          </p:nvCxnSpPr>
          <p:spPr>
            <a:xfrm>
              <a:off x="6481000" y="2579575"/>
              <a:ext cx="2542200" cy="0"/>
            </a:xfrm>
            <a:prstGeom prst="straightConnector1">
              <a:avLst/>
            </a:prstGeom>
            <a:noFill/>
            <a:ln cap="flat" cmpd="sng" w="9525">
              <a:solidFill>
                <a:schemeClr val="accent3"/>
              </a:solidFill>
              <a:prstDash val="solid"/>
              <a:round/>
              <a:headEnd len="sm" w="sm" type="none"/>
              <a:tailEnd len="sm" w="sm" type="none"/>
            </a:ln>
          </p:spPr>
        </p:cxnSp>
        <p:cxnSp>
          <p:nvCxnSpPr>
            <p:cNvPr id="547" name="Google Shape;547;g39c1a85cac3_0_531"/>
            <p:cNvCxnSpPr/>
            <p:nvPr/>
          </p:nvCxnSpPr>
          <p:spPr>
            <a:xfrm>
              <a:off x="5212100" y="1200"/>
              <a:ext cx="0" cy="1290300"/>
            </a:xfrm>
            <a:prstGeom prst="straightConnector1">
              <a:avLst/>
            </a:prstGeom>
            <a:noFill/>
            <a:ln cap="flat" cmpd="sng" w="9525">
              <a:solidFill>
                <a:schemeClr val="accent3"/>
              </a:solidFill>
              <a:prstDash val="solid"/>
              <a:round/>
              <a:headEnd len="sm" w="sm" type="none"/>
              <a:tailEnd len="sm" w="sm" type="none"/>
            </a:ln>
          </p:spPr>
        </p:cxnSp>
        <p:cxnSp>
          <p:nvCxnSpPr>
            <p:cNvPr id="548" name="Google Shape;548;g39c1a85cac3_0_531"/>
            <p:cNvCxnSpPr/>
            <p:nvPr/>
          </p:nvCxnSpPr>
          <p:spPr>
            <a:xfrm>
              <a:off x="3940150" y="1200"/>
              <a:ext cx="0" cy="1290300"/>
            </a:xfrm>
            <a:prstGeom prst="straightConnector1">
              <a:avLst/>
            </a:prstGeom>
            <a:noFill/>
            <a:ln cap="flat" cmpd="sng" w="9525">
              <a:solidFill>
                <a:schemeClr val="accent3"/>
              </a:solidFill>
              <a:prstDash val="solid"/>
              <a:round/>
              <a:headEnd len="sm" w="sm" type="none"/>
              <a:tailEnd len="sm" w="sm" type="none"/>
            </a:ln>
          </p:spPr>
        </p:cxnSp>
        <p:cxnSp>
          <p:nvCxnSpPr>
            <p:cNvPr id="549" name="Google Shape;549;g39c1a85cac3_0_531"/>
            <p:cNvCxnSpPr/>
            <p:nvPr/>
          </p:nvCxnSpPr>
          <p:spPr>
            <a:xfrm>
              <a:off x="2669725" y="1200"/>
              <a:ext cx="0" cy="1290300"/>
            </a:xfrm>
            <a:prstGeom prst="straightConnector1">
              <a:avLst/>
            </a:prstGeom>
            <a:noFill/>
            <a:ln cap="flat" cmpd="sng" w="9525">
              <a:solidFill>
                <a:schemeClr val="accent3"/>
              </a:solidFill>
              <a:prstDash val="solid"/>
              <a:round/>
              <a:headEnd len="sm" w="sm" type="none"/>
              <a:tailEnd len="sm" w="sm" type="none"/>
            </a:ln>
          </p:spPr>
        </p:cxnSp>
        <p:cxnSp>
          <p:nvCxnSpPr>
            <p:cNvPr id="550" name="Google Shape;550;g39c1a85cac3_0_531"/>
            <p:cNvCxnSpPr/>
            <p:nvPr/>
          </p:nvCxnSpPr>
          <p:spPr>
            <a:xfrm>
              <a:off x="1399300" y="1200"/>
              <a:ext cx="0" cy="1290300"/>
            </a:xfrm>
            <a:prstGeom prst="straightConnector1">
              <a:avLst/>
            </a:prstGeom>
            <a:noFill/>
            <a:ln cap="flat" cmpd="sng" w="9525">
              <a:solidFill>
                <a:schemeClr val="accent3"/>
              </a:solidFill>
              <a:prstDash val="solid"/>
              <a:round/>
              <a:headEnd len="sm" w="sm" type="none"/>
              <a:tailEnd len="sm" w="sm" type="none"/>
            </a:ln>
          </p:spPr>
        </p:cxnSp>
        <p:cxnSp>
          <p:nvCxnSpPr>
            <p:cNvPr id="551" name="Google Shape;551;g39c1a85cac3_0_531"/>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552" name="Google Shape;552;g39c1a85cac3_0_531"/>
            <p:cNvCxnSpPr/>
            <p:nvPr/>
          </p:nvCxnSpPr>
          <p:spPr>
            <a:xfrm>
              <a:off x="9023250" y="1200"/>
              <a:ext cx="0" cy="5143500"/>
            </a:xfrm>
            <a:prstGeom prst="straightConnector1">
              <a:avLst/>
            </a:prstGeom>
            <a:noFill/>
            <a:ln cap="flat" cmpd="sng" w="9525">
              <a:solidFill>
                <a:schemeClr val="accent3"/>
              </a:solidFill>
              <a:prstDash val="solid"/>
              <a:round/>
              <a:headEnd len="sm" w="sm" type="none"/>
              <a:tailEnd len="sm" w="sm" type="none"/>
            </a:ln>
          </p:spPr>
        </p:cxnSp>
        <p:cxnSp>
          <p:nvCxnSpPr>
            <p:cNvPr id="553" name="Google Shape;553;g39c1a85cac3_0_531"/>
            <p:cNvCxnSpPr/>
            <p:nvPr/>
          </p:nvCxnSpPr>
          <p:spPr>
            <a:xfrm>
              <a:off x="128875" y="1291375"/>
              <a:ext cx="8897700" cy="0"/>
            </a:xfrm>
            <a:prstGeom prst="straightConnector1">
              <a:avLst/>
            </a:prstGeom>
            <a:noFill/>
            <a:ln cap="flat" cmpd="sng" w="9525">
              <a:solidFill>
                <a:schemeClr val="accent3"/>
              </a:solidFill>
              <a:prstDash val="solid"/>
              <a:round/>
              <a:headEnd len="sm" w="sm" type="none"/>
              <a:tailEnd len="sm" w="sm" type="none"/>
            </a:ln>
          </p:spPr>
        </p:cxnSp>
      </p:grpSp>
      <p:sp>
        <p:nvSpPr>
          <p:cNvPr id="554" name="Google Shape;554;g39c1a85cac3_0_531"/>
          <p:cNvSpPr/>
          <p:nvPr/>
        </p:nvSpPr>
        <p:spPr>
          <a:xfrm>
            <a:off x="6486025" y="-3325"/>
            <a:ext cx="1259400" cy="12891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555" name="Google Shape;555;g39c1a85cac3_0_531"/>
          <p:cNvSpPr/>
          <p:nvPr/>
        </p:nvSpPr>
        <p:spPr>
          <a:xfrm>
            <a:off x="7756250" y="-3325"/>
            <a:ext cx="1262400" cy="1287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14">
    <p:spTree>
      <p:nvGrpSpPr>
        <p:cNvPr id="556" name="Shape 556"/>
        <p:cNvGrpSpPr/>
        <p:nvPr/>
      </p:nvGrpSpPr>
      <p:grpSpPr>
        <a:xfrm>
          <a:off x="0" y="0"/>
          <a:ext cx="0" cy="0"/>
          <a:chOff x="0" y="0"/>
          <a:chExt cx="0" cy="0"/>
        </a:xfrm>
      </p:grpSpPr>
      <p:sp>
        <p:nvSpPr>
          <p:cNvPr id="557" name="Google Shape;557;g39c1a85cac3_0_563"/>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58" name="Google Shape;558;g39c1a85cac3_0_563"/>
          <p:cNvSpPr txBox="1"/>
          <p:nvPr>
            <p:ph type="title"/>
          </p:nvPr>
        </p:nvSpPr>
        <p:spPr>
          <a:xfrm>
            <a:off x="128875" y="228600"/>
            <a:ext cx="6341400" cy="609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cxnSp>
        <p:nvCxnSpPr>
          <p:cNvPr id="559" name="Google Shape;559;g39c1a85cac3_0_563"/>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560" name="Google Shape;560;g39c1a85cac3_0_563"/>
          <p:cNvCxnSpPr/>
          <p:nvPr/>
        </p:nvCxnSpPr>
        <p:spPr>
          <a:xfrm>
            <a:off x="9023250" y="1200"/>
            <a:ext cx="0" cy="5143500"/>
          </a:xfrm>
          <a:prstGeom prst="straightConnector1">
            <a:avLst/>
          </a:prstGeom>
          <a:noFill/>
          <a:ln cap="flat" cmpd="sng" w="9525">
            <a:solidFill>
              <a:schemeClr val="accent3"/>
            </a:solidFill>
            <a:prstDash val="solid"/>
            <a:round/>
            <a:headEnd len="sm" w="sm" type="none"/>
            <a:tailEnd len="sm" w="sm" type="none"/>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CUSTOM_14_2">
    <p:spTree>
      <p:nvGrpSpPr>
        <p:cNvPr id="561" name="Shape 561"/>
        <p:cNvGrpSpPr/>
        <p:nvPr/>
      </p:nvGrpSpPr>
      <p:grpSpPr>
        <a:xfrm>
          <a:off x="0" y="0"/>
          <a:ext cx="0" cy="0"/>
          <a:chOff x="0" y="0"/>
          <a:chExt cx="0" cy="0"/>
        </a:xfrm>
      </p:grpSpPr>
      <p:sp>
        <p:nvSpPr>
          <p:cNvPr id="562" name="Google Shape;562;g39c1a85cac3_0_568"/>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63" name="Google Shape;563;g39c1a85cac3_0_568"/>
          <p:cNvSpPr txBox="1"/>
          <p:nvPr>
            <p:ph type="title"/>
          </p:nvPr>
        </p:nvSpPr>
        <p:spPr>
          <a:xfrm>
            <a:off x="128875" y="228600"/>
            <a:ext cx="6341400" cy="609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cxnSp>
        <p:nvCxnSpPr>
          <p:cNvPr id="564" name="Google Shape;564;g39c1a85cac3_0_568"/>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cxnSp>
        <p:nvCxnSpPr>
          <p:cNvPr id="565" name="Google Shape;565;g39c1a85cac3_0_568"/>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CUSTOM_14_2_1">
    <p:spTree>
      <p:nvGrpSpPr>
        <p:cNvPr id="566" name="Shape 566"/>
        <p:cNvGrpSpPr/>
        <p:nvPr/>
      </p:nvGrpSpPr>
      <p:grpSpPr>
        <a:xfrm>
          <a:off x="0" y="0"/>
          <a:ext cx="0" cy="0"/>
          <a:chOff x="0" y="0"/>
          <a:chExt cx="0" cy="0"/>
        </a:xfrm>
      </p:grpSpPr>
      <p:pic>
        <p:nvPicPr>
          <p:cNvPr id="567" name="Google Shape;567;g39c1a85cac3_0_573"/>
          <p:cNvPicPr preferRelativeResize="0"/>
          <p:nvPr/>
        </p:nvPicPr>
        <p:blipFill rotWithShape="1">
          <a:blip r:embed="rId2">
            <a:alphaModFix/>
          </a:blip>
          <a:srcRect b="36187" l="0" r="0" t="0"/>
          <a:stretch/>
        </p:blipFill>
        <p:spPr>
          <a:xfrm>
            <a:off x="5480550" y="1875"/>
            <a:ext cx="3541498" cy="1289501"/>
          </a:xfrm>
          <a:prstGeom prst="rect">
            <a:avLst/>
          </a:prstGeom>
          <a:gradFill>
            <a:gsLst>
              <a:gs pos="0">
                <a:srgbClr val="808978"/>
              </a:gs>
              <a:gs pos="58000">
                <a:schemeClr val="dk1"/>
              </a:gs>
              <a:gs pos="100000">
                <a:schemeClr val="dk1"/>
              </a:gs>
            </a:gsLst>
            <a:path path="circle">
              <a:fillToRect b="50%" l="50%" r="50%" t="50%"/>
            </a:path>
            <a:tileRect/>
          </a:gradFill>
          <a:ln>
            <a:noFill/>
          </a:ln>
        </p:spPr>
      </p:pic>
      <p:sp>
        <p:nvSpPr>
          <p:cNvPr id="568" name="Google Shape;568;g39c1a85cac3_0_573"/>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69" name="Google Shape;569;g39c1a85cac3_0_573"/>
          <p:cNvSpPr txBox="1"/>
          <p:nvPr>
            <p:ph type="title"/>
          </p:nvPr>
        </p:nvSpPr>
        <p:spPr>
          <a:xfrm>
            <a:off x="128875" y="228600"/>
            <a:ext cx="6341400" cy="609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grpSp>
        <p:nvGrpSpPr>
          <p:cNvPr id="570" name="Google Shape;570;g39c1a85cac3_0_573"/>
          <p:cNvGrpSpPr/>
          <p:nvPr/>
        </p:nvGrpSpPr>
        <p:grpSpPr>
          <a:xfrm>
            <a:off x="118800" y="0"/>
            <a:ext cx="8904450" cy="5135400"/>
            <a:chOff x="118800" y="0"/>
            <a:chExt cx="8904450" cy="5135400"/>
          </a:xfrm>
        </p:grpSpPr>
        <p:cxnSp>
          <p:nvCxnSpPr>
            <p:cNvPr id="571" name="Google Shape;571;g39c1a85cac3_0_573"/>
            <p:cNvCxnSpPr/>
            <p:nvPr/>
          </p:nvCxnSpPr>
          <p:spPr>
            <a:xfrm>
              <a:off x="9023250" y="0"/>
              <a:ext cx="0" cy="5135400"/>
            </a:xfrm>
            <a:prstGeom prst="straightConnector1">
              <a:avLst/>
            </a:prstGeom>
            <a:noFill/>
            <a:ln cap="flat" cmpd="sng" w="9525">
              <a:solidFill>
                <a:schemeClr val="dk2"/>
              </a:solidFill>
              <a:prstDash val="solid"/>
              <a:round/>
              <a:headEnd len="sm" w="sm" type="none"/>
              <a:tailEnd len="sm" w="sm" type="none"/>
            </a:ln>
          </p:spPr>
        </p:cxnSp>
        <p:cxnSp>
          <p:nvCxnSpPr>
            <p:cNvPr id="572" name="Google Shape;572;g39c1a85cac3_0_573"/>
            <p:cNvCxnSpPr/>
            <p:nvPr/>
          </p:nvCxnSpPr>
          <p:spPr>
            <a:xfrm>
              <a:off x="118800" y="0"/>
              <a:ext cx="0" cy="5135400"/>
            </a:xfrm>
            <a:prstGeom prst="straightConnector1">
              <a:avLst/>
            </a:prstGeom>
            <a:noFill/>
            <a:ln cap="flat" cmpd="sng" w="9525">
              <a:solidFill>
                <a:schemeClr val="dk2"/>
              </a:solidFill>
              <a:prstDash val="solid"/>
              <a:round/>
              <a:headEnd len="sm" w="sm" type="none"/>
              <a:tailEnd len="sm" w="sm" type="none"/>
            </a:ln>
          </p:spPr>
        </p:cxnSp>
        <p:cxnSp>
          <p:nvCxnSpPr>
            <p:cNvPr id="573" name="Google Shape;573;g39c1a85cac3_0_573"/>
            <p:cNvCxnSpPr/>
            <p:nvPr/>
          </p:nvCxnSpPr>
          <p:spPr>
            <a:xfrm>
              <a:off x="128875" y="1291375"/>
              <a:ext cx="8890200" cy="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
    <p:spTree>
      <p:nvGrpSpPr>
        <p:cNvPr id="574" name="Shape 574"/>
        <p:cNvGrpSpPr/>
        <p:nvPr/>
      </p:nvGrpSpPr>
      <p:grpSpPr>
        <a:xfrm>
          <a:off x="0" y="0"/>
          <a:ext cx="0" cy="0"/>
          <a:chOff x="0" y="0"/>
          <a:chExt cx="0" cy="0"/>
        </a:xfrm>
      </p:grpSpPr>
      <p:pic>
        <p:nvPicPr>
          <p:cNvPr id="575" name="Google Shape;575;g39c1a85cac3_0_581"/>
          <p:cNvPicPr preferRelativeResize="0"/>
          <p:nvPr/>
        </p:nvPicPr>
        <p:blipFill rotWithShape="1">
          <a:blip r:embed="rId2">
            <a:alphaModFix/>
          </a:blip>
          <a:srcRect b="55478" l="0" r="16387" t="0"/>
          <a:stretch/>
        </p:blipFill>
        <p:spPr>
          <a:xfrm>
            <a:off x="4727250" y="450"/>
            <a:ext cx="4289751" cy="1284901"/>
          </a:xfrm>
          <a:prstGeom prst="rect">
            <a:avLst/>
          </a:prstGeom>
          <a:noFill/>
          <a:ln>
            <a:noFill/>
          </a:ln>
        </p:spPr>
      </p:pic>
      <p:sp>
        <p:nvSpPr>
          <p:cNvPr id="576" name="Google Shape;576;g39c1a85cac3_0_581"/>
          <p:cNvSpPr/>
          <p:nvPr>
            <p:ph idx="2" type="pic"/>
          </p:nvPr>
        </p:nvSpPr>
        <p:spPr>
          <a:xfrm>
            <a:off x="131575" y="6"/>
            <a:ext cx="2533200" cy="1285800"/>
          </a:xfrm>
          <a:prstGeom prst="rect">
            <a:avLst/>
          </a:prstGeom>
          <a:noFill/>
          <a:ln>
            <a:noFill/>
          </a:ln>
        </p:spPr>
      </p:sp>
      <p:sp>
        <p:nvSpPr>
          <p:cNvPr id="577" name="Google Shape;577;g39c1a85cac3_0_581"/>
          <p:cNvSpPr txBox="1"/>
          <p:nvPr>
            <p:ph type="title"/>
          </p:nvPr>
        </p:nvSpPr>
        <p:spPr>
          <a:xfrm>
            <a:off x="128875" y="1291375"/>
            <a:ext cx="7623300" cy="362100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SzPts val="4800"/>
              <a:buNone/>
              <a:defRPr sz="4800"/>
            </a:lvl1pPr>
            <a:lvl2pPr lvl="1" algn="l">
              <a:lnSpc>
                <a:spcPct val="115000"/>
              </a:lnSpc>
              <a:spcBef>
                <a:spcPts val="0"/>
              </a:spcBef>
              <a:spcAft>
                <a:spcPts val="0"/>
              </a:spcAft>
              <a:buSzPts val="4800"/>
              <a:buNone/>
              <a:defRPr sz="4800">
                <a:latin typeface="Poppins SemiBold"/>
                <a:ea typeface="Poppins SemiBold"/>
                <a:cs typeface="Poppins SemiBold"/>
                <a:sym typeface="Poppins SemiBold"/>
              </a:defRPr>
            </a:lvl2pPr>
            <a:lvl3pPr lvl="2" algn="l">
              <a:lnSpc>
                <a:spcPct val="115000"/>
              </a:lnSpc>
              <a:spcBef>
                <a:spcPts val="0"/>
              </a:spcBef>
              <a:spcAft>
                <a:spcPts val="0"/>
              </a:spcAft>
              <a:buSzPts val="4800"/>
              <a:buNone/>
              <a:defRPr sz="4800">
                <a:latin typeface="Poppins SemiBold"/>
                <a:ea typeface="Poppins SemiBold"/>
                <a:cs typeface="Poppins SemiBold"/>
                <a:sym typeface="Poppins SemiBold"/>
              </a:defRPr>
            </a:lvl3pPr>
            <a:lvl4pPr lvl="3" algn="l">
              <a:lnSpc>
                <a:spcPct val="115000"/>
              </a:lnSpc>
              <a:spcBef>
                <a:spcPts val="0"/>
              </a:spcBef>
              <a:spcAft>
                <a:spcPts val="0"/>
              </a:spcAft>
              <a:buSzPts val="4800"/>
              <a:buNone/>
              <a:defRPr sz="4800">
                <a:latin typeface="Poppins SemiBold"/>
                <a:ea typeface="Poppins SemiBold"/>
                <a:cs typeface="Poppins SemiBold"/>
                <a:sym typeface="Poppins SemiBold"/>
              </a:defRPr>
            </a:lvl4pPr>
            <a:lvl5pPr lvl="4" algn="l">
              <a:lnSpc>
                <a:spcPct val="115000"/>
              </a:lnSpc>
              <a:spcBef>
                <a:spcPts val="0"/>
              </a:spcBef>
              <a:spcAft>
                <a:spcPts val="0"/>
              </a:spcAft>
              <a:buSzPts val="4800"/>
              <a:buNone/>
              <a:defRPr sz="4800">
                <a:latin typeface="Poppins SemiBold"/>
                <a:ea typeface="Poppins SemiBold"/>
                <a:cs typeface="Poppins SemiBold"/>
                <a:sym typeface="Poppins SemiBold"/>
              </a:defRPr>
            </a:lvl5pPr>
            <a:lvl6pPr lvl="5" algn="l">
              <a:lnSpc>
                <a:spcPct val="115000"/>
              </a:lnSpc>
              <a:spcBef>
                <a:spcPts val="0"/>
              </a:spcBef>
              <a:spcAft>
                <a:spcPts val="0"/>
              </a:spcAft>
              <a:buSzPts val="4800"/>
              <a:buNone/>
              <a:defRPr sz="4800">
                <a:latin typeface="Poppins SemiBold"/>
                <a:ea typeface="Poppins SemiBold"/>
                <a:cs typeface="Poppins SemiBold"/>
                <a:sym typeface="Poppins SemiBold"/>
              </a:defRPr>
            </a:lvl6pPr>
            <a:lvl7pPr lvl="6" algn="l">
              <a:lnSpc>
                <a:spcPct val="115000"/>
              </a:lnSpc>
              <a:spcBef>
                <a:spcPts val="0"/>
              </a:spcBef>
              <a:spcAft>
                <a:spcPts val="0"/>
              </a:spcAft>
              <a:buSzPts val="4800"/>
              <a:buNone/>
              <a:defRPr sz="4800">
                <a:latin typeface="Poppins SemiBold"/>
                <a:ea typeface="Poppins SemiBold"/>
                <a:cs typeface="Poppins SemiBold"/>
                <a:sym typeface="Poppins SemiBold"/>
              </a:defRPr>
            </a:lvl7pPr>
            <a:lvl8pPr lvl="7" algn="l">
              <a:lnSpc>
                <a:spcPct val="115000"/>
              </a:lnSpc>
              <a:spcBef>
                <a:spcPts val="0"/>
              </a:spcBef>
              <a:spcAft>
                <a:spcPts val="0"/>
              </a:spcAft>
              <a:buSzPts val="4800"/>
              <a:buNone/>
              <a:defRPr sz="4800">
                <a:latin typeface="Poppins SemiBold"/>
                <a:ea typeface="Poppins SemiBold"/>
                <a:cs typeface="Poppins SemiBold"/>
                <a:sym typeface="Poppins SemiBold"/>
              </a:defRPr>
            </a:lvl8pPr>
            <a:lvl9pPr lvl="8" algn="l">
              <a:lnSpc>
                <a:spcPct val="115000"/>
              </a:lnSpc>
              <a:spcBef>
                <a:spcPts val="0"/>
              </a:spcBef>
              <a:spcAft>
                <a:spcPts val="0"/>
              </a:spcAft>
              <a:buSzPts val="4800"/>
              <a:buNone/>
              <a:defRPr sz="4800">
                <a:latin typeface="Poppins SemiBold"/>
                <a:ea typeface="Poppins SemiBold"/>
                <a:cs typeface="Poppins SemiBold"/>
                <a:sym typeface="Poppins SemiBold"/>
              </a:defRPr>
            </a:lvl9pPr>
          </a:lstStyle>
          <a:p/>
        </p:txBody>
      </p:sp>
      <p:sp>
        <p:nvSpPr>
          <p:cNvPr id="578" name="Google Shape;578;g39c1a85cac3_0_581"/>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579" name="Google Shape;579;g39c1a85cac3_0_581"/>
          <p:cNvGrpSpPr/>
          <p:nvPr/>
        </p:nvGrpSpPr>
        <p:grpSpPr>
          <a:xfrm>
            <a:off x="128875" y="0"/>
            <a:ext cx="8894375" cy="5144700"/>
            <a:chOff x="128875" y="0"/>
            <a:chExt cx="8894375" cy="5144700"/>
          </a:xfrm>
        </p:grpSpPr>
        <p:cxnSp>
          <p:nvCxnSpPr>
            <p:cNvPr id="580" name="Google Shape;580;g39c1a85cac3_0_581"/>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cxnSp>
          <p:nvCxnSpPr>
            <p:cNvPr id="581" name="Google Shape;581;g39c1a85cac3_0_581"/>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cxnSp>
          <p:nvCxnSpPr>
            <p:cNvPr id="582" name="Google Shape;582;g39c1a85cac3_0_581"/>
            <p:cNvCxnSpPr/>
            <p:nvPr/>
          </p:nvCxnSpPr>
          <p:spPr>
            <a:xfrm>
              <a:off x="128875" y="1287125"/>
              <a:ext cx="8892000" cy="0"/>
            </a:xfrm>
            <a:prstGeom prst="straightConnector1">
              <a:avLst/>
            </a:prstGeom>
            <a:noFill/>
            <a:ln cap="flat" cmpd="sng" w="9525">
              <a:solidFill>
                <a:schemeClr val="dk2"/>
              </a:solidFill>
              <a:prstDash val="solid"/>
              <a:round/>
              <a:headEnd len="sm" w="sm" type="none"/>
              <a:tailEnd len="sm" w="sm" type="none"/>
            </a:ln>
          </p:spPr>
        </p:cxnSp>
      </p:grpSp>
      <p:sp>
        <p:nvSpPr>
          <p:cNvPr id="583" name="Google Shape;583;g39c1a85cac3_0_581"/>
          <p:cNvSpPr txBox="1"/>
          <p:nvPr>
            <p:ph idx="1" type="subTitle"/>
          </p:nvPr>
        </p:nvSpPr>
        <p:spPr>
          <a:xfrm>
            <a:off x="5364800" y="4526452"/>
            <a:ext cx="3652200" cy="3387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r">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2pPr>
            <a:lvl3pPr lvl="2" algn="r">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3pPr>
            <a:lvl4pPr lvl="3" algn="r">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4pPr>
            <a:lvl5pPr lvl="4" algn="r">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5pPr>
            <a:lvl6pPr lvl="5" algn="r">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6pPr>
            <a:lvl7pPr lvl="6" algn="r">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7pPr>
            <a:lvl8pPr lvl="7" algn="r">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8pPr>
            <a:lvl9pPr lvl="8" algn="r">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
  <p:cSld name="BLANK_1_1_1_1_1_1_1_1_1_1_2">
    <p:spTree>
      <p:nvGrpSpPr>
        <p:cNvPr id="584" name="Shape 584"/>
        <p:cNvGrpSpPr/>
        <p:nvPr/>
      </p:nvGrpSpPr>
      <p:grpSpPr>
        <a:xfrm>
          <a:off x="0" y="0"/>
          <a:ext cx="0" cy="0"/>
          <a:chOff x="0" y="0"/>
          <a:chExt cx="0" cy="0"/>
        </a:xfrm>
      </p:grpSpPr>
      <p:sp>
        <p:nvSpPr>
          <p:cNvPr id="585" name="Google Shape;585;g39c1a85cac3_0_591"/>
          <p:cNvSpPr txBox="1"/>
          <p:nvPr>
            <p:ph idx="1" type="subTitle"/>
          </p:nvPr>
        </p:nvSpPr>
        <p:spPr>
          <a:xfrm>
            <a:off x="3940150" y="1291385"/>
            <a:ext cx="2541000" cy="2570100"/>
          </a:xfrm>
          <a:prstGeom prst="rect">
            <a:avLst/>
          </a:prstGeom>
          <a:noFill/>
          <a:ln>
            <a:noFill/>
          </a:ln>
        </p:spPr>
        <p:txBody>
          <a:bodyPr anchorCtr="0" anchor="t" bIns="182875" lIns="182875" spcFirstLastPara="1" rIns="182875" wrap="square" tIns="182875">
            <a:noAutofit/>
          </a:bodyPr>
          <a:lstStyle>
            <a:lvl1pPr lvl="0"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9pPr>
          </a:lstStyle>
          <a:p/>
        </p:txBody>
      </p:sp>
      <p:sp>
        <p:nvSpPr>
          <p:cNvPr id="586" name="Google Shape;586;g39c1a85cac3_0_591"/>
          <p:cNvSpPr/>
          <p:nvPr>
            <p:ph idx="2" type="pic"/>
          </p:nvPr>
        </p:nvSpPr>
        <p:spPr>
          <a:xfrm>
            <a:off x="134150" y="1296400"/>
            <a:ext cx="1260000" cy="1272600"/>
          </a:xfrm>
          <a:prstGeom prst="rect">
            <a:avLst/>
          </a:prstGeom>
          <a:noFill/>
          <a:ln>
            <a:noFill/>
          </a:ln>
        </p:spPr>
      </p:sp>
      <p:sp>
        <p:nvSpPr>
          <p:cNvPr id="587" name="Google Shape;587;g39c1a85cac3_0_591"/>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88" name="Google Shape;588;g39c1a85cac3_0_591"/>
          <p:cNvSpPr txBox="1"/>
          <p:nvPr>
            <p:ph type="title"/>
          </p:nvPr>
        </p:nvSpPr>
        <p:spPr>
          <a:xfrm>
            <a:off x="1453925" y="228600"/>
            <a:ext cx="6202200" cy="567600"/>
          </a:xfrm>
          <a:prstGeom prst="rect">
            <a:avLst/>
          </a:prstGeom>
          <a:noFill/>
          <a:ln>
            <a:noFill/>
          </a:ln>
        </p:spPr>
        <p:txBody>
          <a:bodyPr anchorCtr="0" anchor="t" bIns="0" lIns="91425" spcFirstLastPara="1" rIns="91425" wrap="square" tIns="0">
            <a:spAutoFit/>
          </a:bodyPr>
          <a:lstStyle>
            <a:lvl1pPr lvl="0" algn="l">
              <a:lnSpc>
                <a:spcPct val="85000"/>
              </a:lnSpc>
              <a:spcBef>
                <a:spcPts val="0"/>
              </a:spcBef>
              <a:spcAft>
                <a:spcPts val="0"/>
              </a:spcAft>
              <a:buSzPts val="3600"/>
              <a:buNone/>
              <a:defRPr sz="36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589" name="Google Shape;589;g39c1a85cac3_0_591"/>
          <p:cNvSpPr txBox="1"/>
          <p:nvPr>
            <p:ph idx="3" type="subTitle"/>
          </p:nvPr>
        </p:nvSpPr>
        <p:spPr>
          <a:xfrm>
            <a:off x="1399375" y="1291225"/>
            <a:ext cx="2541000" cy="2570100"/>
          </a:xfrm>
          <a:prstGeom prst="rect">
            <a:avLst/>
          </a:prstGeom>
          <a:noFill/>
          <a:ln>
            <a:noFill/>
          </a:ln>
        </p:spPr>
        <p:txBody>
          <a:bodyPr anchorCtr="0" anchor="t" bIns="182875" lIns="182875" spcFirstLastPara="1" rIns="182875" wrap="square" tIns="182875">
            <a:noAutofit/>
          </a:bodyPr>
          <a:lstStyle>
            <a:lvl1pPr lvl="0"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9pPr>
          </a:lstStyle>
          <a:p/>
        </p:txBody>
      </p:sp>
      <p:sp>
        <p:nvSpPr>
          <p:cNvPr id="590" name="Google Shape;590;g39c1a85cac3_0_591"/>
          <p:cNvSpPr txBox="1"/>
          <p:nvPr>
            <p:ph idx="4" type="subTitle"/>
          </p:nvPr>
        </p:nvSpPr>
        <p:spPr>
          <a:xfrm>
            <a:off x="6481150" y="2579575"/>
            <a:ext cx="2541000" cy="2163900"/>
          </a:xfrm>
          <a:prstGeom prst="rect">
            <a:avLst/>
          </a:prstGeom>
          <a:noFill/>
          <a:ln>
            <a:noFill/>
          </a:ln>
        </p:spPr>
        <p:txBody>
          <a:bodyPr anchorCtr="0" anchor="t" bIns="182875" lIns="182875" spcFirstLastPara="1" rIns="182875" wrap="square" tIns="182875">
            <a:noAutofit/>
          </a:bodyPr>
          <a:lstStyle>
            <a:lvl1pPr lvl="0"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9pPr>
          </a:lstStyle>
          <a:p/>
        </p:txBody>
      </p:sp>
      <p:cxnSp>
        <p:nvCxnSpPr>
          <p:cNvPr id="591" name="Google Shape;591;g39c1a85cac3_0_591"/>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cxnSp>
        <p:nvCxnSpPr>
          <p:cNvPr id="592" name="Google Shape;592;g39c1a85cac3_0_591"/>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593" name="Shape 593"/>
        <p:cNvGrpSpPr/>
        <p:nvPr/>
      </p:nvGrpSpPr>
      <p:grpSpPr>
        <a:xfrm>
          <a:off x="0" y="0"/>
          <a:ext cx="0" cy="0"/>
          <a:chOff x="0" y="0"/>
          <a:chExt cx="0" cy="0"/>
        </a:xfrm>
      </p:grpSpPr>
      <p:sp>
        <p:nvSpPr>
          <p:cNvPr id="594" name="Google Shape;594;g39c1a85cac3_0_600"/>
          <p:cNvSpPr txBox="1"/>
          <p:nvPr>
            <p:ph type="title"/>
          </p:nvPr>
        </p:nvSpPr>
        <p:spPr>
          <a:xfrm>
            <a:off x="1408575" y="2585875"/>
            <a:ext cx="350100" cy="350700"/>
          </a:xfrm>
          <a:prstGeom prst="rect">
            <a:avLst/>
          </a:prstGeom>
          <a:noFill/>
          <a:ln>
            <a:noFill/>
          </a:ln>
        </p:spPr>
        <p:txBody>
          <a:bodyPr anchorCtr="0" anchor="ctr" bIns="91425" lIns="91425" spcFirstLastPara="1" rIns="93725" wrap="square" tIns="91425">
            <a:spAutoFit/>
          </a:bodyPr>
          <a:lstStyle>
            <a:lvl1pPr lvl="0" algn="ctr">
              <a:lnSpc>
                <a:spcPct val="90000"/>
              </a:lnSpc>
              <a:spcBef>
                <a:spcPts val="0"/>
              </a:spcBef>
              <a:spcAft>
                <a:spcPts val="0"/>
              </a:spcAft>
              <a:buClr>
                <a:schemeClr val="dk1"/>
              </a:buClr>
              <a:buSzPts val="900"/>
              <a:buFont typeface="Poppins"/>
              <a:buNone/>
              <a:defRPr sz="900">
                <a:solidFill>
                  <a:schemeClr val="dk1"/>
                </a:solidFill>
              </a:defRPr>
            </a:lvl1pPr>
            <a:lvl2pPr lvl="1" algn="l">
              <a:lnSpc>
                <a:spcPct val="115000"/>
              </a:lnSpc>
              <a:spcBef>
                <a:spcPts val="0"/>
              </a:spcBef>
              <a:spcAft>
                <a:spcPts val="0"/>
              </a:spcAft>
              <a:buSzPts val="1400"/>
              <a:buFont typeface="Poppins"/>
              <a:buNone/>
              <a:defRPr>
                <a:latin typeface="Poppins"/>
                <a:ea typeface="Poppins"/>
                <a:cs typeface="Poppins"/>
                <a:sym typeface="Poppins"/>
              </a:defRPr>
            </a:lvl2pPr>
            <a:lvl3pPr lvl="2" algn="l">
              <a:lnSpc>
                <a:spcPct val="115000"/>
              </a:lnSpc>
              <a:spcBef>
                <a:spcPts val="0"/>
              </a:spcBef>
              <a:spcAft>
                <a:spcPts val="0"/>
              </a:spcAft>
              <a:buSzPts val="1400"/>
              <a:buFont typeface="Poppins"/>
              <a:buNone/>
              <a:defRPr>
                <a:latin typeface="Poppins"/>
                <a:ea typeface="Poppins"/>
                <a:cs typeface="Poppins"/>
                <a:sym typeface="Poppins"/>
              </a:defRPr>
            </a:lvl3pPr>
            <a:lvl4pPr lvl="3" algn="l">
              <a:lnSpc>
                <a:spcPct val="115000"/>
              </a:lnSpc>
              <a:spcBef>
                <a:spcPts val="0"/>
              </a:spcBef>
              <a:spcAft>
                <a:spcPts val="0"/>
              </a:spcAft>
              <a:buSzPts val="1400"/>
              <a:buFont typeface="Poppins"/>
              <a:buNone/>
              <a:defRPr>
                <a:latin typeface="Poppins"/>
                <a:ea typeface="Poppins"/>
                <a:cs typeface="Poppins"/>
                <a:sym typeface="Poppins"/>
              </a:defRPr>
            </a:lvl4pPr>
            <a:lvl5pPr lvl="4" algn="l">
              <a:lnSpc>
                <a:spcPct val="115000"/>
              </a:lnSpc>
              <a:spcBef>
                <a:spcPts val="0"/>
              </a:spcBef>
              <a:spcAft>
                <a:spcPts val="0"/>
              </a:spcAft>
              <a:buSzPts val="1400"/>
              <a:buFont typeface="Poppins"/>
              <a:buNone/>
              <a:defRPr>
                <a:latin typeface="Poppins"/>
                <a:ea typeface="Poppins"/>
                <a:cs typeface="Poppins"/>
                <a:sym typeface="Poppins"/>
              </a:defRPr>
            </a:lvl5pPr>
            <a:lvl6pPr lvl="5" algn="l">
              <a:lnSpc>
                <a:spcPct val="115000"/>
              </a:lnSpc>
              <a:spcBef>
                <a:spcPts val="0"/>
              </a:spcBef>
              <a:spcAft>
                <a:spcPts val="0"/>
              </a:spcAft>
              <a:buSzPts val="1400"/>
              <a:buFont typeface="Poppins"/>
              <a:buNone/>
              <a:defRPr>
                <a:latin typeface="Poppins"/>
                <a:ea typeface="Poppins"/>
                <a:cs typeface="Poppins"/>
                <a:sym typeface="Poppins"/>
              </a:defRPr>
            </a:lvl6pPr>
            <a:lvl7pPr lvl="6" algn="l">
              <a:lnSpc>
                <a:spcPct val="115000"/>
              </a:lnSpc>
              <a:spcBef>
                <a:spcPts val="0"/>
              </a:spcBef>
              <a:spcAft>
                <a:spcPts val="0"/>
              </a:spcAft>
              <a:buSzPts val="1400"/>
              <a:buFont typeface="Poppins"/>
              <a:buNone/>
              <a:defRPr>
                <a:latin typeface="Poppins"/>
                <a:ea typeface="Poppins"/>
                <a:cs typeface="Poppins"/>
                <a:sym typeface="Poppins"/>
              </a:defRPr>
            </a:lvl7pPr>
            <a:lvl8pPr lvl="7" algn="l">
              <a:lnSpc>
                <a:spcPct val="115000"/>
              </a:lnSpc>
              <a:spcBef>
                <a:spcPts val="0"/>
              </a:spcBef>
              <a:spcAft>
                <a:spcPts val="0"/>
              </a:spcAft>
              <a:buSzPts val="1400"/>
              <a:buFont typeface="Poppins"/>
              <a:buNone/>
              <a:defRPr>
                <a:latin typeface="Poppins"/>
                <a:ea typeface="Poppins"/>
                <a:cs typeface="Poppins"/>
                <a:sym typeface="Poppins"/>
              </a:defRPr>
            </a:lvl8pPr>
            <a:lvl9pPr lvl="8" algn="l">
              <a:lnSpc>
                <a:spcPct val="115000"/>
              </a:lnSpc>
              <a:spcBef>
                <a:spcPts val="0"/>
              </a:spcBef>
              <a:spcAft>
                <a:spcPts val="0"/>
              </a:spcAft>
              <a:buSzPts val="1400"/>
              <a:buFont typeface="Poppins"/>
              <a:buNone/>
              <a:defRPr>
                <a:latin typeface="Poppins"/>
                <a:ea typeface="Poppins"/>
                <a:cs typeface="Poppins"/>
                <a:sym typeface="Poppins"/>
              </a:defRPr>
            </a:lvl9pPr>
          </a:lstStyle>
          <a:p/>
        </p:txBody>
      </p:sp>
      <p:sp>
        <p:nvSpPr>
          <p:cNvPr id="595" name="Google Shape;595;g39c1a85cac3_0_600"/>
          <p:cNvSpPr txBox="1"/>
          <p:nvPr>
            <p:ph idx="2" type="title"/>
          </p:nvPr>
        </p:nvSpPr>
        <p:spPr>
          <a:xfrm>
            <a:off x="2669675" y="3867775"/>
            <a:ext cx="350100" cy="350700"/>
          </a:xfrm>
          <a:prstGeom prst="rect">
            <a:avLst/>
          </a:prstGeom>
          <a:noFill/>
          <a:ln>
            <a:noFill/>
          </a:ln>
        </p:spPr>
        <p:txBody>
          <a:bodyPr anchorCtr="0" anchor="ctr" bIns="91425" lIns="91425" spcFirstLastPara="1" rIns="93725" wrap="square" tIns="91425">
            <a:spAutoFit/>
          </a:bodyPr>
          <a:lstStyle>
            <a:lvl1pPr lvl="0" algn="ctr">
              <a:lnSpc>
                <a:spcPct val="90000"/>
              </a:lnSpc>
              <a:spcBef>
                <a:spcPts val="0"/>
              </a:spcBef>
              <a:spcAft>
                <a:spcPts val="0"/>
              </a:spcAft>
              <a:buClr>
                <a:schemeClr val="accent6"/>
              </a:buClr>
              <a:buSzPts val="900"/>
              <a:buFont typeface="Poppins"/>
              <a:buNone/>
              <a:defRPr sz="900">
                <a:solidFill>
                  <a:schemeClr val="accent6"/>
                </a:solidFill>
              </a:defRPr>
            </a:lvl1pPr>
            <a:lvl2pPr lvl="1" algn="ctr">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2pPr>
            <a:lvl3pPr lvl="2" algn="ctr">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3pPr>
            <a:lvl4pPr lvl="3" algn="ctr">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4pPr>
            <a:lvl5pPr lvl="4" algn="ctr">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5pPr>
            <a:lvl6pPr lvl="5" algn="ctr">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6pPr>
            <a:lvl7pPr lvl="6" algn="ctr">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7pPr>
            <a:lvl8pPr lvl="7" algn="ctr">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8pPr>
            <a:lvl9pPr lvl="8" algn="ctr">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9pPr>
          </a:lstStyle>
          <a:p/>
        </p:txBody>
      </p:sp>
      <p:sp>
        <p:nvSpPr>
          <p:cNvPr id="596" name="Google Shape;596;g39c1a85cac3_0_600"/>
          <p:cNvSpPr txBox="1"/>
          <p:nvPr>
            <p:ph idx="3" type="title"/>
          </p:nvPr>
        </p:nvSpPr>
        <p:spPr>
          <a:xfrm>
            <a:off x="5217125" y="3861475"/>
            <a:ext cx="346200" cy="350700"/>
          </a:xfrm>
          <a:prstGeom prst="rect">
            <a:avLst/>
          </a:prstGeom>
          <a:noFill/>
          <a:ln>
            <a:noFill/>
          </a:ln>
        </p:spPr>
        <p:txBody>
          <a:bodyPr anchorCtr="0" anchor="ctr" bIns="91425" lIns="91425" spcFirstLastPara="1" rIns="93725" wrap="square" tIns="91425">
            <a:spAutoFit/>
          </a:bodyPr>
          <a:lstStyle>
            <a:lvl1pPr lvl="0" algn="ctr">
              <a:lnSpc>
                <a:spcPct val="90000"/>
              </a:lnSpc>
              <a:spcBef>
                <a:spcPts val="0"/>
              </a:spcBef>
              <a:spcAft>
                <a:spcPts val="0"/>
              </a:spcAft>
              <a:buClr>
                <a:schemeClr val="accent6"/>
              </a:buClr>
              <a:buSzPts val="900"/>
              <a:buFont typeface="Poppins"/>
              <a:buNone/>
              <a:defRPr sz="900">
                <a:solidFill>
                  <a:schemeClr val="accent6"/>
                </a:solidFill>
              </a:defRPr>
            </a:lvl1pPr>
            <a:lvl2pPr lvl="1"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2pPr>
            <a:lvl3pPr lvl="2"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3pPr>
            <a:lvl4pPr lvl="3"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4pPr>
            <a:lvl5pPr lvl="4"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5pPr>
            <a:lvl6pPr lvl="5"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6pPr>
            <a:lvl7pPr lvl="6"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7pPr>
            <a:lvl8pPr lvl="7"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8pPr>
            <a:lvl9pPr lvl="8"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9pPr>
          </a:lstStyle>
          <a:p/>
        </p:txBody>
      </p:sp>
      <p:sp>
        <p:nvSpPr>
          <p:cNvPr id="597" name="Google Shape;597;g39c1a85cac3_0_600"/>
          <p:cNvSpPr txBox="1"/>
          <p:nvPr>
            <p:ph idx="4" type="title"/>
          </p:nvPr>
        </p:nvSpPr>
        <p:spPr>
          <a:xfrm>
            <a:off x="3947363" y="2579575"/>
            <a:ext cx="350100" cy="350700"/>
          </a:xfrm>
          <a:prstGeom prst="rect">
            <a:avLst/>
          </a:prstGeom>
          <a:noFill/>
          <a:ln>
            <a:noFill/>
          </a:ln>
        </p:spPr>
        <p:txBody>
          <a:bodyPr anchorCtr="0" anchor="ctr" bIns="91425" lIns="91425" spcFirstLastPara="1" rIns="93725" wrap="square" tIns="91425">
            <a:spAutoFit/>
          </a:bodyPr>
          <a:lstStyle>
            <a:lvl1pPr lvl="0" algn="ctr">
              <a:lnSpc>
                <a:spcPct val="90000"/>
              </a:lnSpc>
              <a:spcBef>
                <a:spcPts val="0"/>
              </a:spcBef>
              <a:spcAft>
                <a:spcPts val="0"/>
              </a:spcAft>
              <a:buClr>
                <a:schemeClr val="accent6"/>
              </a:buClr>
              <a:buSzPts val="900"/>
              <a:buFont typeface="Poppins"/>
              <a:buNone/>
              <a:defRPr sz="900">
                <a:solidFill>
                  <a:schemeClr val="accent6"/>
                </a:solidFill>
              </a:defRPr>
            </a:lvl1pPr>
            <a:lvl2pPr lvl="1"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2pPr>
            <a:lvl3pPr lvl="2"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3pPr>
            <a:lvl4pPr lvl="3"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4pPr>
            <a:lvl5pPr lvl="4"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5pPr>
            <a:lvl6pPr lvl="5"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6pPr>
            <a:lvl7pPr lvl="6"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7pPr>
            <a:lvl8pPr lvl="7"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8pPr>
            <a:lvl9pPr lvl="8"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9pPr>
          </a:lstStyle>
          <a:p/>
        </p:txBody>
      </p:sp>
      <p:sp>
        <p:nvSpPr>
          <p:cNvPr id="598" name="Google Shape;598;g39c1a85cac3_0_600"/>
          <p:cNvSpPr txBox="1"/>
          <p:nvPr>
            <p:ph idx="5" type="title"/>
          </p:nvPr>
        </p:nvSpPr>
        <p:spPr>
          <a:xfrm>
            <a:off x="6489150" y="2579575"/>
            <a:ext cx="346200" cy="350700"/>
          </a:xfrm>
          <a:prstGeom prst="rect">
            <a:avLst/>
          </a:prstGeom>
          <a:noFill/>
          <a:ln>
            <a:noFill/>
          </a:ln>
        </p:spPr>
        <p:txBody>
          <a:bodyPr anchorCtr="0" anchor="ctr" bIns="91425" lIns="91425" spcFirstLastPara="1" rIns="93725" wrap="square" tIns="91425">
            <a:spAutoFit/>
          </a:bodyPr>
          <a:lstStyle>
            <a:lvl1pPr lvl="0" algn="ctr">
              <a:lnSpc>
                <a:spcPct val="90000"/>
              </a:lnSpc>
              <a:spcBef>
                <a:spcPts val="0"/>
              </a:spcBef>
              <a:spcAft>
                <a:spcPts val="0"/>
              </a:spcAft>
              <a:buClr>
                <a:schemeClr val="accent6"/>
              </a:buClr>
              <a:buSzPts val="900"/>
              <a:buFont typeface="Poppins"/>
              <a:buNone/>
              <a:defRPr sz="900">
                <a:solidFill>
                  <a:schemeClr val="accent6"/>
                </a:solidFill>
              </a:defRPr>
            </a:lvl1pPr>
            <a:lvl2pPr lvl="1"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2pPr>
            <a:lvl3pPr lvl="2"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3pPr>
            <a:lvl4pPr lvl="3"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4pPr>
            <a:lvl5pPr lvl="4"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5pPr>
            <a:lvl6pPr lvl="5"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6pPr>
            <a:lvl7pPr lvl="6"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7pPr>
            <a:lvl8pPr lvl="7"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8pPr>
            <a:lvl9pPr lvl="8" algn="l">
              <a:lnSpc>
                <a:spcPct val="115000"/>
              </a:lnSpc>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9pPr>
          </a:lstStyle>
          <a:p/>
        </p:txBody>
      </p:sp>
      <p:sp>
        <p:nvSpPr>
          <p:cNvPr id="599" name="Google Shape;599;g39c1a85cac3_0_600"/>
          <p:cNvSpPr txBox="1"/>
          <p:nvPr>
            <p:ph idx="1" type="subTitle"/>
          </p:nvPr>
        </p:nvSpPr>
        <p:spPr>
          <a:xfrm>
            <a:off x="1736450" y="2585875"/>
            <a:ext cx="2206800" cy="308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9pPr>
          </a:lstStyle>
          <a:p/>
        </p:txBody>
      </p:sp>
      <p:sp>
        <p:nvSpPr>
          <p:cNvPr id="600" name="Google Shape;600;g39c1a85cac3_0_600"/>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601" name="Google Shape;601;g39c1a85cac3_0_600"/>
          <p:cNvGrpSpPr/>
          <p:nvPr/>
        </p:nvGrpSpPr>
        <p:grpSpPr>
          <a:xfrm>
            <a:off x="128875" y="0"/>
            <a:ext cx="8894400" cy="5144700"/>
            <a:chOff x="128875" y="0"/>
            <a:chExt cx="8894400" cy="5144700"/>
          </a:xfrm>
        </p:grpSpPr>
        <p:cxnSp>
          <p:nvCxnSpPr>
            <p:cNvPr id="602" name="Google Shape;602;g39c1a85cac3_0_600"/>
            <p:cNvCxnSpPr/>
            <p:nvPr/>
          </p:nvCxnSpPr>
          <p:spPr>
            <a:xfrm>
              <a:off x="6480997" y="1200"/>
              <a:ext cx="0" cy="3860700"/>
            </a:xfrm>
            <a:prstGeom prst="straightConnector1">
              <a:avLst/>
            </a:prstGeom>
            <a:noFill/>
            <a:ln cap="flat" cmpd="sng" w="9525">
              <a:solidFill>
                <a:schemeClr val="accent3"/>
              </a:solidFill>
              <a:prstDash val="solid"/>
              <a:round/>
              <a:headEnd len="sm" w="sm" type="none"/>
              <a:tailEnd len="sm" w="sm" type="none"/>
            </a:ln>
          </p:spPr>
        </p:cxnSp>
        <p:cxnSp>
          <p:nvCxnSpPr>
            <p:cNvPr id="603" name="Google Shape;603;g39c1a85cac3_0_600"/>
            <p:cNvCxnSpPr/>
            <p:nvPr/>
          </p:nvCxnSpPr>
          <p:spPr>
            <a:xfrm>
              <a:off x="7752125" y="1200"/>
              <a:ext cx="0" cy="2578500"/>
            </a:xfrm>
            <a:prstGeom prst="straightConnector1">
              <a:avLst/>
            </a:prstGeom>
            <a:noFill/>
            <a:ln cap="flat" cmpd="sng" w="9525">
              <a:solidFill>
                <a:schemeClr val="accent3"/>
              </a:solidFill>
              <a:prstDash val="solid"/>
              <a:round/>
              <a:headEnd len="sm" w="sm" type="none"/>
              <a:tailEnd len="sm" w="sm" type="none"/>
            </a:ln>
          </p:spPr>
        </p:cxnSp>
        <p:cxnSp>
          <p:nvCxnSpPr>
            <p:cNvPr id="604" name="Google Shape;604;g39c1a85cac3_0_600"/>
            <p:cNvCxnSpPr/>
            <p:nvPr/>
          </p:nvCxnSpPr>
          <p:spPr>
            <a:xfrm>
              <a:off x="128875" y="3861475"/>
              <a:ext cx="8885400" cy="0"/>
            </a:xfrm>
            <a:prstGeom prst="straightConnector1">
              <a:avLst/>
            </a:prstGeom>
            <a:noFill/>
            <a:ln cap="flat" cmpd="sng" w="9525">
              <a:solidFill>
                <a:schemeClr val="accent3"/>
              </a:solidFill>
              <a:prstDash val="solid"/>
              <a:round/>
              <a:headEnd len="sm" w="sm" type="none"/>
              <a:tailEnd len="sm" w="sm" type="none"/>
            </a:ln>
          </p:spPr>
        </p:cxnSp>
        <p:cxnSp>
          <p:nvCxnSpPr>
            <p:cNvPr id="605" name="Google Shape;605;g39c1a85cac3_0_600"/>
            <p:cNvCxnSpPr/>
            <p:nvPr/>
          </p:nvCxnSpPr>
          <p:spPr>
            <a:xfrm>
              <a:off x="128875" y="2579575"/>
              <a:ext cx="8894400" cy="0"/>
            </a:xfrm>
            <a:prstGeom prst="straightConnector1">
              <a:avLst/>
            </a:prstGeom>
            <a:noFill/>
            <a:ln cap="flat" cmpd="sng" w="9525">
              <a:solidFill>
                <a:schemeClr val="accent3"/>
              </a:solidFill>
              <a:prstDash val="solid"/>
              <a:round/>
              <a:headEnd len="sm" w="sm" type="none"/>
              <a:tailEnd len="sm" w="sm" type="none"/>
            </a:ln>
          </p:spPr>
        </p:cxnSp>
        <p:cxnSp>
          <p:nvCxnSpPr>
            <p:cNvPr id="606" name="Google Shape;606;g39c1a85cac3_0_600"/>
            <p:cNvCxnSpPr/>
            <p:nvPr/>
          </p:nvCxnSpPr>
          <p:spPr>
            <a:xfrm>
              <a:off x="5212100" y="0"/>
              <a:ext cx="0" cy="2580000"/>
            </a:xfrm>
            <a:prstGeom prst="straightConnector1">
              <a:avLst/>
            </a:prstGeom>
            <a:noFill/>
            <a:ln cap="flat" cmpd="sng" w="9525">
              <a:solidFill>
                <a:schemeClr val="accent3"/>
              </a:solidFill>
              <a:prstDash val="solid"/>
              <a:round/>
              <a:headEnd len="sm" w="sm" type="none"/>
              <a:tailEnd len="sm" w="sm" type="none"/>
            </a:ln>
          </p:spPr>
        </p:cxnSp>
        <p:cxnSp>
          <p:nvCxnSpPr>
            <p:cNvPr id="607" name="Google Shape;607;g39c1a85cac3_0_600"/>
            <p:cNvCxnSpPr/>
            <p:nvPr/>
          </p:nvCxnSpPr>
          <p:spPr>
            <a:xfrm>
              <a:off x="3940150" y="1291375"/>
              <a:ext cx="0" cy="2571600"/>
            </a:xfrm>
            <a:prstGeom prst="straightConnector1">
              <a:avLst/>
            </a:prstGeom>
            <a:noFill/>
            <a:ln cap="flat" cmpd="sng" w="9525">
              <a:solidFill>
                <a:schemeClr val="accent3"/>
              </a:solidFill>
              <a:prstDash val="solid"/>
              <a:round/>
              <a:headEnd len="sm" w="sm" type="none"/>
              <a:tailEnd len="sm" w="sm" type="none"/>
            </a:ln>
          </p:spPr>
        </p:cxnSp>
        <p:cxnSp>
          <p:nvCxnSpPr>
            <p:cNvPr id="608" name="Google Shape;608;g39c1a85cac3_0_600"/>
            <p:cNvCxnSpPr/>
            <p:nvPr/>
          </p:nvCxnSpPr>
          <p:spPr>
            <a:xfrm>
              <a:off x="2669725" y="1291375"/>
              <a:ext cx="0" cy="1281900"/>
            </a:xfrm>
            <a:prstGeom prst="straightConnector1">
              <a:avLst/>
            </a:prstGeom>
            <a:noFill/>
            <a:ln cap="flat" cmpd="sng" w="9525">
              <a:solidFill>
                <a:schemeClr val="accent3"/>
              </a:solidFill>
              <a:prstDash val="solid"/>
              <a:round/>
              <a:headEnd len="sm" w="sm" type="none"/>
              <a:tailEnd len="sm" w="sm" type="none"/>
            </a:ln>
          </p:spPr>
        </p:cxnSp>
        <p:cxnSp>
          <p:nvCxnSpPr>
            <p:cNvPr id="609" name="Google Shape;609;g39c1a85cac3_0_600"/>
            <p:cNvCxnSpPr/>
            <p:nvPr/>
          </p:nvCxnSpPr>
          <p:spPr>
            <a:xfrm>
              <a:off x="1399300" y="1291375"/>
              <a:ext cx="0" cy="3853200"/>
            </a:xfrm>
            <a:prstGeom prst="straightConnector1">
              <a:avLst/>
            </a:prstGeom>
            <a:noFill/>
            <a:ln cap="flat" cmpd="sng" w="9525">
              <a:solidFill>
                <a:schemeClr val="accent3"/>
              </a:solidFill>
              <a:prstDash val="solid"/>
              <a:round/>
              <a:headEnd len="sm" w="sm" type="none"/>
              <a:tailEnd len="sm" w="sm" type="none"/>
            </a:ln>
          </p:spPr>
        </p:cxnSp>
        <p:cxnSp>
          <p:nvCxnSpPr>
            <p:cNvPr id="610" name="Google Shape;610;g39c1a85cac3_0_600"/>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611" name="Google Shape;611;g39c1a85cac3_0_600"/>
            <p:cNvCxnSpPr/>
            <p:nvPr/>
          </p:nvCxnSpPr>
          <p:spPr>
            <a:xfrm>
              <a:off x="9023250" y="1200"/>
              <a:ext cx="0" cy="5143500"/>
            </a:xfrm>
            <a:prstGeom prst="straightConnector1">
              <a:avLst/>
            </a:prstGeom>
            <a:noFill/>
            <a:ln cap="flat" cmpd="sng" w="9525">
              <a:solidFill>
                <a:schemeClr val="accent3"/>
              </a:solidFill>
              <a:prstDash val="solid"/>
              <a:round/>
              <a:headEnd len="sm" w="sm" type="none"/>
              <a:tailEnd len="sm" w="sm" type="none"/>
            </a:ln>
          </p:spPr>
        </p:cxnSp>
        <p:cxnSp>
          <p:nvCxnSpPr>
            <p:cNvPr id="612" name="Google Shape;612;g39c1a85cac3_0_600"/>
            <p:cNvCxnSpPr/>
            <p:nvPr/>
          </p:nvCxnSpPr>
          <p:spPr>
            <a:xfrm>
              <a:off x="128875" y="1291375"/>
              <a:ext cx="8885400" cy="0"/>
            </a:xfrm>
            <a:prstGeom prst="straightConnector1">
              <a:avLst/>
            </a:prstGeom>
            <a:noFill/>
            <a:ln cap="flat" cmpd="sng" w="9525">
              <a:solidFill>
                <a:schemeClr val="accent3"/>
              </a:solidFill>
              <a:prstDash val="solid"/>
              <a:round/>
              <a:headEnd len="sm" w="sm" type="none"/>
              <a:tailEnd len="sm" w="sm" type="none"/>
            </a:ln>
          </p:spPr>
        </p:cxnSp>
        <p:cxnSp>
          <p:nvCxnSpPr>
            <p:cNvPr id="613" name="Google Shape;613;g39c1a85cac3_0_600"/>
            <p:cNvCxnSpPr/>
            <p:nvPr/>
          </p:nvCxnSpPr>
          <p:spPr>
            <a:xfrm rot="10800000">
              <a:off x="7752125" y="3861112"/>
              <a:ext cx="0" cy="1281900"/>
            </a:xfrm>
            <a:prstGeom prst="straightConnector1">
              <a:avLst/>
            </a:prstGeom>
            <a:noFill/>
            <a:ln cap="flat" cmpd="sng" w="9525">
              <a:solidFill>
                <a:schemeClr val="accent3"/>
              </a:solidFill>
              <a:prstDash val="solid"/>
              <a:round/>
              <a:headEnd len="sm" w="sm" type="none"/>
              <a:tailEnd len="sm" w="sm" type="none"/>
            </a:ln>
          </p:spPr>
        </p:cxnSp>
        <p:cxnSp>
          <p:nvCxnSpPr>
            <p:cNvPr id="614" name="Google Shape;614;g39c1a85cac3_0_600"/>
            <p:cNvCxnSpPr/>
            <p:nvPr/>
          </p:nvCxnSpPr>
          <p:spPr>
            <a:xfrm rot="10800000">
              <a:off x="5212100" y="3861112"/>
              <a:ext cx="0" cy="1281900"/>
            </a:xfrm>
            <a:prstGeom prst="straightConnector1">
              <a:avLst/>
            </a:prstGeom>
            <a:noFill/>
            <a:ln cap="flat" cmpd="sng" w="9525">
              <a:solidFill>
                <a:schemeClr val="accent3"/>
              </a:solidFill>
              <a:prstDash val="solid"/>
              <a:round/>
              <a:headEnd len="sm" w="sm" type="none"/>
              <a:tailEnd len="sm" w="sm" type="none"/>
            </a:ln>
          </p:spPr>
        </p:cxnSp>
        <p:cxnSp>
          <p:nvCxnSpPr>
            <p:cNvPr id="615" name="Google Shape;615;g39c1a85cac3_0_600"/>
            <p:cNvCxnSpPr/>
            <p:nvPr/>
          </p:nvCxnSpPr>
          <p:spPr>
            <a:xfrm rot="10800000">
              <a:off x="2672963" y="3861112"/>
              <a:ext cx="0" cy="1281900"/>
            </a:xfrm>
            <a:prstGeom prst="straightConnector1">
              <a:avLst/>
            </a:prstGeom>
            <a:noFill/>
            <a:ln cap="flat" cmpd="sng" w="9525">
              <a:solidFill>
                <a:schemeClr val="accent3"/>
              </a:solidFill>
              <a:prstDash val="solid"/>
              <a:round/>
              <a:headEnd len="sm" w="sm" type="none"/>
              <a:tailEnd len="sm" w="sm" type="none"/>
            </a:ln>
          </p:spPr>
        </p:cxnSp>
      </p:grpSp>
      <p:sp>
        <p:nvSpPr>
          <p:cNvPr id="616" name="Google Shape;616;g39c1a85cac3_0_600"/>
          <p:cNvSpPr txBox="1"/>
          <p:nvPr>
            <p:ph idx="6" type="subTitle"/>
          </p:nvPr>
        </p:nvSpPr>
        <p:spPr>
          <a:xfrm>
            <a:off x="4275713" y="2579575"/>
            <a:ext cx="2206800" cy="308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9pPr>
          </a:lstStyle>
          <a:p/>
        </p:txBody>
      </p:sp>
      <p:sp>
        <p:nvSpPr>
          <p:cNvPr id="617" name="Google Shape;617;g39c1a85cac3_0_600"/>
          <p:cNvSpPr txBox="1"/>
          <p:nvPr>
            <p:ph idx="7" type="subTitle"/>
          </p:nvPr>
        </p:nvSpPr>
        <p:spPr>
          <a:xfrm>
            <a:off x="6817988" y="2579575"/>
            <a:ext cx="2206800" cy="308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9pPr>
          </a:lstStyle>
          <a:p/>
        </p:txBody>
      </p:sp>
      <p:sp>
        <p:nvSpPr>
          <p:cNvPr id="618" name="Google Shape;618;g39c1a85cac3_0_600"/>
          <p:cNvSpPr txBox="1"/>
          <p:nvPr>
            <p:ph idx="8" type="subTitle"/>
          </p:nvPr>
        </p:nvSpPr>
        <p:spPr>
          <a:xfrm>
            <a:off x="5552488" y="3861475"/>
            <a:ext cx="2206800" cy="308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9pPr>
          </a:lstStyle>
          <a:p/>
        </p:txBody>
      </p:sp>
      <p:sp>
        <p:nvSpPr>
          <p:cNvPr id="619" name="Google Shape;619;g39c1a85cac3_0_600"/>
          <p:cNvSpPr txBox="1"/>
          <p:nvPr>
            <p:ph idx="9" type="subTitle"/>
          </p:nvPr>
        </p:nvSpPr>
        <p:spPr>
          <a:xfrm>
            <a:off x="3009325" y="3861475"/>
            <a:ext cx="2206800" cy="308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9pPr>
          </a:lstStyle>
          <a:p/>
        </p:txBody>
      </p:sp>
      <p:sp>
        <p:nvSpPr>
          <p:cNvPr id="620" name="Google Shape;620;g39c1a85cac3_0_600"/>
          <p:cNvSpPr txBox="1"/>
          <p:nvPr>
            <p:ph idx="13" type="title"/>
          </p:nvPr>
        </p:nvSpPr>
        <p:spPr>
          <a:xfrm>
            <a:off x="133375" y="236850"/>
            <a:ext cx="5078700" cy="567600"/>
          </a:xfrm>
          <a:prstGeom prst="rect">
            <a:avLst/>
          </a:prstGeom>
          <a:noFill/>
          <a:ln>
            <a:noFill/>
          </a:ln>
        </p:spPr>
        <p:txBody>
          <a:bodyPr anchorCtr="0" anchor="t" bIns="0" lIns="91425" spcFirstLastPara="1" rIns="91425" wrap="square" tIns="0">
            <a:spAutoFit/>
          </a:bodyPr>
          <a:lstStyle>
            <a:lvl1pPr lvl="0" algn="l">
              <a:lnSpc>
                <a:spcPct val="90000"/>
              </a:lnSpc>
              <a:spcBef>
                <a:spcPts val="0"/>
              </a:spcBef>
              <a:spcAft>
                <a:spcPts val="0"/>
              </a:spcAft>
              <a:buClr>
                <a:schemeClr val="lt1"/>
              </a:buClr>
              <a:buSzPts val="3600"/>
              <a:buFont typeface="Poppins"/>
              <a:buNone/>
              <a:defRPr sz="36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_2">
    <p:spTree>
      <p:nvGrpSpPr>
        <p:cNvPr id="621" name="Shape 621"/>
        <p:cNvGrpSpPr/>
        <p:nvPr/>
      </p:nvGrpSpPr>
      <p:grpSpPr>
        <a:xfrm>
          <a:off x="0" y="0"/>
          <a:ext cx="0" cy="0"/>
          <a:chOff x="0" y="0"/>
          <a:chExt cx="0" cy="0"/>
        </a:xfrm>
      </p:grpSpPr>
      <p:cxnSp>
        <p:nvCxnSpPr>
          <p:cNvPr id="622" name="Google Shape;622;g39c1a85cac3_0_628"/>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sp>
        <p:nvSpPr>
          <p:cNvPr id="623" name="Google Shape;623;g39c1a85cac3_0_628"/>
          <p:cNvSpPr txBox="1"/>
          <p:nvPr>
            <p:ph idx="1" type="subTitle"/>
          </p:nvPr>
        </p:nvSpPr>
        <p:spPr>
          <a:xfrm>
            <a:off x="984950" y="3865575"/>
            <a:ext cx="416700" cy="393600"/>
          </a:xfrm>
          <a:prstGeom prst="rect">
            <a:avLst/>
          </a:prstGeom>
          <a:solidFill>
            <a:schemeClr val="dk2"/>
          </a:solidFill>
          <a:ln>
            <a:noFill/>
          </a:ln>
        </p:spPr>
        <p:txBody>
          <a:bodyPr anchorCtr="0" anchor="t" bIns="91425" lIns="91425" spcFirstLastPara="1" rIns="91425" wrap="square" tIns="91425">
            <a:noAutofit/>
          </a:bodyPr>
          <a:lstStyle>
            <a:lvl1pPr lvl="0" algn="ctr">
              <a:lnSpc>
                <a:spcPct val="90000"/>
              </a:lnSpc>
              <a:spcBef>
                <a:spcPts val="0"/>
              </a:spcBef>
              <a:spcAft>
                <a:spcPts val="0"/>
              </a:spcAft>
              <a:buSzPts val="1000"/>
              <a:buNone/>
              <a:defRPr sz="1000">
                <a:solidFill>
                  <a:schemeClr val="accent6"/>
                </a:solidFill>
              </a:defRPr>
            </a:lvl1pPr>
            <a:lvl2pPr lvl="1" algn="l">
              <a:lnSpc>
                <a:spcPct val="115000"/>
              </a:lnSpc>
              <a:spcBef>
                <a:spcPts val="0"/>
              </a:spcBef>
              <a:spcAft>
                <a:spcPts val="0"/>
              </a:spcAft>
              <a:buClr>
                <a:schemeClr val="accent6"/>
              </a:buClr>
              <a:buSzPts val="1400"/>
              <a:buNone/>
              <a:defRPr>
                <a:solidFill>
                  <a:schemeClr val="accent6"/>
                </a:solidFill>
              </a:defRPr>
            </a:lvl2pPr>
            <a:lvl3pPr lvl="2" algn="l">
              <a:lnSpc>
                <a:spcPct val="115000"/>
              </a:lnSpc>
              <a:spcBef>
                <a:spcPts val="0"/>
              </a:spcBef>
              <a:spcAft>
                <a:spcPts val="0"/>
              </a:spcAft>
              <a:buClr>
                <a:schemeClr val="accent6"/>
              </a:buClr>
              <a:buSzPts val="1400"/>
              <a:buNone/>
              <a:defRPr>
                <a:solidFill>
                  <a:schemeClr val="accent6"/>
                </a:solidFill>
              </a:defRPr>
            </a:lvl3pPr>
            <a:lvl4pPr lvl="3" algn="l">
              <a:lnSpc>
                <a:spcPct val="115000"/>
              </a:lnSpc>
              <a:spcBef>
                <a:spcPts val="0"/>
              </a:spcBef>
              <a:spcAft>
                <a:spcPts val="0"/>
              </a:spcAft>
              <a:buClr>
                <a:schemeClr val="accent6"/>
              </a:buClr>
              <a:buSzPts val="1400"/>
              <a:buNone/>
              <a:defRPr>
                <a:solidFill>
                  <a:schemeClr val="accent6"/>
                </a:solidFill>
              </a:defRPr>
            </a:lvl4pPr>
            <a:lvl5pPr lvl="4" algn="l">
              <a:lnSpc>
                <a:spcPct val="115000"/>
              </a:lnSpc>
              <a:spcBef>
                <a:spcPts val="0"/>
              </a:spcBef>
              <a:spcAft>
                <a:spcPts val="0"/>
              </a:spcAft>
              <a:buClr>
                <a:schemeClr val="accent6"/>
              </a:buClr>
              <a:buSzPts val="1400"/>
              <a:buNone/>
              <a:defRPr>
                <a:solidFill>
                  <a:schemeClr val="accent6"/>
                </a:solidFill>
              </a:defRPr>
            </a:lvl5pPr>
            <a:lvl6pPr lvl="5" algn="l">
              <a:lnSpc>
                <a:spcPct val="115000"/>
              </a:lnSpc>
              <a:spcBef>
                <a:spcPts val="0"/>
              </a:spcBef>
              <a:spcAft>
                <a:spcPts val="0"/>
              </a:spcAft>
              <a:buClr>
                <a:schemeClr val="accent6"/>
              </a:buClr>
              <a:buSzPts val="1400"/>
              <a:buNone/>
              <a:defRPr>
                <a:solidFill>
                  <a:schemeClr val="accent6"/>
                </a:solidFill>
              </a:defRPr>
            </a:lvl6pPr>
            <a:lvl7pPr lvl="6" algn="l">
              <a:lnSpc>
                <a:spcPct val="115000"/>
              </a:lnSpc>
              <a:spcBef>
                <a:spcPts val="0"/>
              </a:spcBef>
              <a:spcAft>
                <a:spcPts val="0"/>
              </a:spcAft>
              <a:buClr>
                <a:schemeClr val="accent6"/>
              </a:buClr>
              <a:buSzPts val="1400"/>
              <a:buNone/>
              <a:defRPr>
                <a:solidFill>
                  <a:schemeClr val="accent6"/>
                </a:solidFill>
              </a:defRPr>
            </a:lvl7pPr>
            <a:lvl8pPr lvl="7" algn="l">
              <a:lnSpc>
                <a:spcPct val="115000"/>
              </a:lnSpc>
              <a:spcBef>
                <a:spcPts val="0"/>
              </a:spcBef>
              <a:spcAft>
                <a:spcPts val="0"/>
              </a:spcAft>
              <a:buClr>
                <a:schemeClr val="accent6"/>
              </a:buClr>
              <a:buSzPts val="1400"/>
              <a:buNone/>
              <a:defRPr>
                <a:solidFill>
                  <a:schemeClr val="accent6"/>
                </a:solidFill>
              </a:defRPr>
            </a:lvl8pPr>
            <a:lvl9pPr lvl="8" algn="l">
              <a:lnSpc>
                <a:spcPct val="115000"/>
              </a:lnSpc>
              <a:spcBef>
                <a:spcPts val="0"/>
              </a:spcBef>
              <a:spcAft>
                <a:spcPts val="0"/>
              </a:spcAft>
              <a:buClr>
                <a:schemeClr val="accent6"/>
              </a:buClr>
              <a:buSzPts val="1400"/>
              <a:buNone/>
              <a:defRPr>
                <a:solidFill>
                  <a:schemeClr val="accent6"/>
                </a:solidFill>
              </a:defRPr>
            </a:lvl9pPr>
          </a:lstStyle>
          <a:p/>
        </p:txBody>
      </p:sp>
      <p:sp>
        <p:nvSpPr>
          <p:cNvPr id="624" name="Google Shape;624;g39c1a85cac3_0_628"/>
          <p:cNvSpPr txBox="1"/>
          <p:nvPr>
            <p:ph idx="2" type="subTitle"/>
          </p:nvPr>
        </p:nvSpPr>
        <p:spPr>
          <a:xfrm>
            <a:off x="984950" y="2584425"/>
            <a:ext cx="416700" cy="393600"/>
          </a:xfrm>
          <a:prstGeom prst="rect">
            <a:avLst/>
          </a:prstGeom>
          <a:solidFill>
            <a:schemeClr val="lt2"/>
          </a:solidFill>
          <a:ln>
            <a:noFill/>
          </a:ln>
        </p:spPr>
        <p:txBody>
          <a:bodyPr anchorCtr="0" anchor="t" bIns="91425" lIns="91425" spcFirstLastPara="1" rIns="91425" wrap="square" tIns="91425">
            <a:noAutofit/>
          </a:bodyPr>
          <a:lstStyle>
            <a:lvl1pPr lvl="0" algn="ctr">
              <a:lnSpc>
                <a:spcPct val="90000"/>
              </a:lnSpc>
              <a:spcBef>
                <a:spcPts val="0"/>
              </a:spcBef>
              <a:spcAft>
                <a:spcPts val="0"/>
              </a:spcAft>
              <a:buSzPts val="1000"/>
              <a:buNone/>
              <a:defRPr sz="1000">
                <a:solidFill>
                  <a:schemeClr val="dk1"/>
                </a:solidFill>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25" name="Google Shape;625;g39c1a85cac3_0_628"/>
          <p:cNvSpPr txBox="1"/>
          <p:nvPr>
            <p:ph type="title"/>
          </p:nvPr>
        </p:nvSpPr>
        <p:spPr>
          <a:xfrm>
            <a:off x="139700" y="228600"/>
            <a:ext cx="6480300" cy="587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2400"/>
              <a:buNone/>
              <a:defRPr/>
            </a:lvl1pPr>
            <a:lvl2pPr lvl="1" algn="l">
              <a:lnSpc>
                <a:spcPct val="115000"/>
              </a:lnSpc>
              <a:spcBef>
                <a:spcPts val="0"/>
              </a:spcBef>
              <a:spcAft>
                <a:spcPts val="0"/>
              </a:spcAft>
              <a:buSzPts val="3000"/>
              <a:buNone/>
              <a:defRPr sz="3000">
                <a:latin typeface="Poppins SemiBold"/>
                <a:ea typeface="Poppins SemiBold"/>
                <a:cs typeface="Poppins SemiBold"/>
                <a:sym typeface="Poppins SemiBold"/>
              </a:defRPr>
            </a:lvl2pPr>
            <a:lvl3pPr lvl="2" algn="l">
              <a:lnSpc>
                <a:spcPct val="115000"/>
              </a:lnSpc>
              <a:spcBef>
                <a:spcPts val="0"/>
              </a:spcBef>
              <a:spcAft>
                <a:spcPts val="0"/>
              </a:spcAft>
              <a:buSzPts val="3000"/>
              <a:buNone/>
              <a:defRPr sz="3000">
                <a:latin typeface="Poppins SemiBold"/>
                <a:ea typeface="Poppins SemiBold"/>
                <a:cs typeface="Poppins SemiBold"/>
                <a:sym typeface="Poppins SemiBold"/>
              </a:defRPr>
            </a:lvl3pPr>
            <a:lvl4pPr lvl="3" algn="l">
              <a:lnSpc>
                <a:spcPct val="115000"/>
              </a:lnSpc>
              <a:spcBef>
                <a:spcPts val="0"/>
              </a:spcBef>
              <a:spcAft>
                <a:spcPts val="0"/>
              </a:spcAft>
              <a:buSzPts val="3000"/>
              <a:buNone/>
              <a:defRPr sz="3000">
                <a:latin typeface="Poppins SemiBold"/>
                <a:ea typeface="Poppins SemiBold"/>
                <a:cs typeface="Poppins SemiBold"/>
                <a:sym typeface="Poppins SemiBold"/>
              </a:defRPr>
            </a:lvl4pPr>
            <a:lvl5pPr lvl="4" algn="l">
              <a:lnSpc>
                <a:spcPct val="115000"/>
              </a:lnSpc>
              <a:spcBef>
                <a:spcPts val="0"/>
              </a:spcBef>
              <a:spcAft>
                <a:spcPts val="0"/>
              </a:spcAft>
              <a:buSzPts val="3000"/>
              <a:buNone/>
              <a:defRPr sz="3000">
                <a:latin typeface="Poppins SemiBold"/>
                <a:ea typeface="Poppins SemiBold"/>
                <a:cs typeface="Poppins SemiBold"/>
                <a:sym typeface="Poppins SemiBold"/>
              </a:defRPr>
            </a:lvl5pPr>
            <a:lvl6pPr lvl="5" algn="l">
              <a:lnSpc>
                <a:spcPct val="115000"/>
              </a:lnSpc>
              <a:spcBef>
                <a:spcPts val="0"/>
              </a:spcBef>
              <a:spcAft>
                <a:spcPts val="0"/>
              </a:spcAft>
              <a:buSzPts val="3000"/>
              <a:buNone/>
              <a:defRPr sz="3000">
                <a:latin typeface="Poppins SemiBold"/>
                <a:ea typeface="Poppins SemiBold"/>
                <a:cs typeface="Poppins SemiBold"/>
                <a:sym typeface="Poppins SemiBold"/>
              </a:defRPr>
            </a:lvl6pPr>
            <a:lvl7pPr lvl="6" algn="l">
              <a:lnSpc>
                <a:spcPct val="115000"/>
              </a:lnSpc>
              <a:spcBef>
                <a:spcPts val="0"/>
              </a:spcBef>
              <a:spcAft>
                <a:spcPts val="0"/>
              </a:spcAft>
              <a:buSzPts val="3000"/>
              <a:buNone/>
              <a:defRPr sz="3000">
                <a:latin typeface="Poppins SemiBold"/>
                <a:ea typeface="Poppins SemiBold"/>
                <a:cs typeface="Poppins SemiBold"/>
                <a:sym typeface="Poppins SemiBold"/>
              </a:defRPr>
            </a:lvl7pPr>
            <a:lvl8pPr lvl="7" algn="l">
              <a:lnSpc>
                <a:spcPct val="115000"/>
              </a:lnSpc>
              <a:spcBef>
                <a:spcPts val="0"/>
              </a:spcBef>
              <a:spcAft>
                <a:spcPts val="0"/>
              </a:spcAft>
              <a:buSzPts val="3000"/>
              <a:buNone/>
              <a:defRPr sz="3000">
                <a:latin typeface="Poppins SemiBold"/>
                <a:ea typeface="Poppins SemiBold"/>
                <a:cs typeface="Poppins SemiBold"/>
                <a:sym typeface="Poppins SemiBold"/>
              </a:defRPr>
            </a:lvl8pPr>
            <a:lvl9pPr lvl="8" algn="l">
              <a:lnSpc>
                <a:spcPct val="115000"/>
              </a:lnSpc>
              <a:spcBef>
                <a:spcPts val="0"/>
              </a:spcBef>
              <a:spcAft>
                <a:spcPts val="0"/>
              </a:spcAft>
              <a:buSzPts val="3000"/>
              <a:buNone/>
              <a:defRPr sz="3000">
                <a:latin typeface="Poppins SemiBold"/>
                <a:ea typeface="Poppins SemiBold"/>
                <a:cs typeface="Poppins SemiBold"/>
                <a:sym typeface="Poppins SemiBold"/>
              </a:defRPr>
            </a:lvl9pPr>
          </a:lstStyle>
          <a:p/>
        </p:txBody>
      </p:sp>
      <p:cxnSp>
        <p:nvCxnSpPr>
          <p:cNvPr id="626" name="Google Shape;626;g39c1a85cac3_0_628"/>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sp>
        <p:nvSpPr>
          <p:cNvPr id="627" name="Google Shape;627;g39c1a85cac3_0_628"/>
          <p:cNvSpPr txBox="1"/>
          <p:nvPr>
            <p:ph idx="3" type="subTitle"/>
          </p:nvPr>
        </p:nvSpPr>
        <p:spPr>
          <a:xfrm>
            <a:off x="984950" y="1291350"/>
            <a:ext cx="416700" cy="393600"/>
          </a:xfrm>
          <a:prstGeom prst="rect">
            <a:avLst/>
          </a:prstGeom>
          <a:solidFill>
            <a:schemeClr val="lt1"/>
          </a:solidFill>
          <a:ln>
            <a:noFill/>
          </a:ln>
        </p:spPr>
        <p:txBody>
          <a:bodyPr anchorCtr="0" anchor="t" bIns="91425" lIns="91425" spcFirstLastPara="1" rIns="91425" wrap="square" tIns="91425">
            <a:noAutofit/>
          </a:bodyPr>
          <a:lstStyle>
            <a:lvl1pPr lvl="0" algn="ctr">
              <a:lnSpc>
                <a:spcPct val="90000"/>
              </a:lnSpc>
              <a:spcBef>
                <a:spcPts val="0"/>
              </a:spcBef>
              <a:spcAft>
                <a:spcPts val="0"/>
              </a:spcAft>
              <a:buSzPts val="1000"/>
              <a:buNone/>
              <a:defRPr sz="1000">
                <a:solidFill>
                  <a:schemeClr val="dk1"/>
                </a:solidFill>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28" name="Google Shape;628;g39c1a85cac3_0_628"/>
          <p:cNvSpPr txBox="1"/>
          <p:nvPr>
            <p:ph idx="4" type="body"/>
          </p:nvPr>
        </p:nvSpPr>
        <p:spPr>
          <a:xfrm>
            <a:off x="1399300" y="1548450"/>
            <a:ext cx="3811200" cy="9519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Clr>
                <a:schemeClr val="accent6"/>
              </a:buClr>
              <a:buSzPts val="1000"/>
              <a:buChar char="●"/>
              <a:defRPr>
                <a:solidFill>
                  <a:schemeClr val="accent6"/>
                </a:solidFill>
              </a:defRPr>
            </a:lvl1pPr>
            <a:lvl2pPr indent="-292100" lvl="1" marL="914400" algn="l">
              <a:lnSpc>
                <a:spcPct val="100000"/>
              </a:lnSpc>
              <a:spcBef>
                <a:spcPts val="800"/>
              </a:spcBef>
              <a:spcAft>
                <a:spcPts val="0"/>
              </a:spcAft>
              <a:buClr>
                <a:schemeClr val="accent6"/>
              </a:buClr>
              <a:buSzPts val="1000"/>
              <a:buChar char="○"/>
              <a:defRPr>
                <a:solidFill>
                  <a:schemeClr val="accent6"/>
                </a:solidFill>
              </a:defRPr>
            </a:lvl2pPr>
            <a:lvl3pPr indent="-292100" lvl="2" marL="1371600" algn="l">
              <a:lnSpc>
                <a:spcPct val="100000"/>
              </a:lnSpc>
              <a:spcBef>
                <a:spcPts val="800"/>
              </a:spcBef>
              <a:spcAft>
                <a:spcPts val="0"/>
              </a:spcAft>
              <a:buClr>
                <a:schemeClr val="accent6"/>
              </a:buClr>
              <a:buSzPts val="1000"/>
              <a:buChar char="■"/>
              <a:defRPr>
                <a:solidFill>
                  <a:schemeClr val="accent6"/>
                </a:solidFill>
              </a:defRPr>
            </a:lvl3pPr>
            <a:lvl4pPr indent="-292100" lvl="3" marL="1828800" algn="l">
              <a:lnSpc>
                <a:spcPct val="100000"/>
              </a:lnSpc>
              <a:spcBef>
                <a:spcPts val="800"/>
              </a:spcBef>
              <a:spcAft>
                <a:spcPts val="0"/>
              </a:spcAft>
              <a:buClr>
                <a:schemeClr val="accent6"/>
              </a:buClr>
              <a:buSzPts val="1000"/>
              <a:buChar char="●"/>
              <a:defRPr>
                <a:solidFill>
                  <a:schemeClr val="accent6"/>
                </a:solidFill>
              </a:defRPr>
            </a:lvl4pPr>
            <a:lvl5pPr indent="-292100" lvl="4" marL="2286000" algn="l">
              <a:lnSpc>
                <a:spcPct val="100000"/>
              </a:lnSpc>
              <a:spcBef>
                <a:spcPts val="800"/>
              </a:spcBef>
              <a:spcAft>
                <a:spcPts val="0"/>
              </a:spcAft>
              <a:buClr>
                <a:schemeClr val="accent6"/>
              </a:buClr>
              <a:buSzPts val="1000"/>
              <a:buChar char="○"/>
              <a:defRPr>
                <a:solidFill>
                  <a:schemeClr val="accent6"/>
                </a:solidFill>
              </a:defRPr>
            </a:lvl5pPr>
            <a:lvl6pPr indent="-292100" lvl="5" marL="2743200" algn="l">
              <a:lnSpc>
                <a:spcPct val="100000"/>
              </a:lnSpc>
              <a:spcBef>
                <a:spcPts val="800"/>
              </a:spcBef>
              <a:spcAft>
                <a:spcPts val="0"/>
              </a:spcAft>
              <a:buClr>
                <a:schemeClr val="accent6"/>
              </a:buClr>
              <a:buSzPts val="1000"/>
              <a:buChar char="■"/>
              <a:defRPr>
                <a:solidFill>
                  <a:schemeClr val="accent6"/>
                </a:solidFill>
              </a:defRPr>
            </a:lvl6pPr>
            <a:lvl7pPr indent="-292100" lvl="6" marL="3200400" algn="l">
              <a:lnSpc>
                <a:spcPct val="100000"/>
              </a:lnSpc>
              <a:spcBef>
                <a:spcPts val="800"/>
              </a:spcBef>
              <a:spcAft>
                <a:spcPts val="0"/>
              </a:spcAft>
              <a:buClr>
                <a:schemeClr val="accent6"/>
              </a:buClr>
              <a:buSzPts val="1000"/>
              <a:buChar char="●"/>
              <a:defRPr>
                <a:solidFill>
                  <a:schemeClr val="accent6"/>
                </a:solidFill>
              </a:defRPr>
            </a:lvl7pPr>
            <a:lvl8pPr indent="-292100" lvl="7" marL="3657600" algn="l">
              <a:lnSpc>
                <a:spcPct val="100000"/>
              </a:lnSpc>
              <a:spcBef>
                <a:spcPts val="800"/>
              </a:spcBef>
              <a:spcAft>
                <a:spcPts val="0"/>
              </a:spcAft>
              <a:buClr>
                <a:schemeClr val="accent6"/>
              </a:buClr>
              <a:buSzPts val="1000"/>
              <a:buChar char="○"/>
              <a:defRPr>
                <a:solidFill>
                  <a:schemeClr val="accent6"/>
                </a:solidFill>
              </a:defRPr>
            </a:lvl8pPr>
            <a:lvl9pPr indent="-292100" lvl="8" marL="4114800" algn="l">
              <a:lnSpc>
                <a:spcPct val="100000"/>
              </a:lnSpc>
              <a:spcBef>
                <a:spcPts val="800"/>
              </a:spcBef>
              <a:spcAft>
                <a:spcPts val="800"/>
              </a:spcAft>
              <a:buClr>
                <a:schemeClr val="accent6"/>
              </a:buClr>
              <a:buSzPts val="1000"/>
              <a:buChar char="■"/>
              <a:defRPr>
                <a:solidFill>
                  <a:schemeClr val="accent6"/>
                </a:solidFill>
              </a:defRPr>
            </a:lvl9pPr>
          </a:lstStyle>
          <a:p/>
        </p:txBody>
      </p:sp>
      <p:sp>
        <p:nvSpPr>
          <p:cNvPr id="629" name="Google Shape;629;g39c1a85cac3_0_628"/>
          <p:cNvSpPr txBox="1"/>
          <p:nvPr>
            <p:ph idx="5" type="subTitle"/>
          </p:nvPr>
        </p:nvSpPr>
        <p:spPr>
          <a:xfrm>
            <a:off x="1400950" y="1291375"/>
            <a:ext cx="3811200" cy="3378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lt1"/>
              </a:buClr>
              <a:buSzPts val="1400"/>
              <a:buFont typeface="Poppins"/>
              <a:buNone/>
              <a:defRPr/>
            </a:lvl1pPr>
            <a:lvl2pPr lvl="1"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2pPr>
            <a:lvl3pPr lvl="2"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3pPr>
            <a:lvl4pPr lvl="3"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4pPr>
            <a:lvl5pPr lvl="4"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5pPr>
            <a:lvl6pPr lvl="5"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6pPr>
            <a:lvl7pPr lvl="6"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7pPr>
            <a:lvl8pPr lvl="7"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8pPr>
            <a:lvl9pPr lvl="8"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9pPr>
          </a:lstStyle>
          <a:p/>
        </p:txBody>
      </p:sp>
      <p:sp>
        <p:nvSpPr>
          <p:cNvPr id="630" name="Google Shape;630;g39c1a85cac3_0_628"/>
          <p:cNvSpPr txBox="1"/>
          <p:nvPr>
            <p:ph idx="6" type="body"/>
          </p:nvPr>
        </p:nvSpPr>
        <p:spPr>
          <a:xfrm>
            <a:off x="1399300" y="2838025"/>
            <a:ext cx="3811200" cy="10233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80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80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80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80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80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80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80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800"/>
              </a:spcBef>
              <a:spcAft>
                <a:spcPts val="800"/>
              </a:spcAft>
              <a:buClr>
                <a:schemeClr val="accent6"/>
              </a:buClr>
              <a:buSzPts val="1000"/>
              <a:buFont typeface="Instrument Sans"/>
              <a:buChar char="■"/>
              <a:defRPr>
                <a:solidFill>
                  <a:schemeClr val="accent6"/>
                </a:solidFill>
              </a:defRPr>
            </a:lvl9pPr>
          </a:lstStyle>
          <a:p/>
        </p:txBody>
      </p:sp>
      <p:sp>
        <p:nvSpPr>
          <p:cNvPr id="631" name="Google Shape;631;g39c1a85cac3_0_628"/>
          <p:cNvSpPr txBox="1"/>
          <p:nvPr>
            <p:ph idx="7" type="subTitle"/>
          </p:nvPr>
        </p:nvSpPr>
        <p:spPr>
          <a:xfrm>
            <a:off x="1399313" y="2576425"/>
            <a:ext cx="3811200" cy="3378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lt1"/>
              </a:buClr>
              <a:buSzPts val="1400"/>
              <a:buFont typeface="Poppins"/>
              <a:buNone/>
              <a:defRPr/>
            </a:lvl1pPr>
            <a:lvl2pPr lvl="1"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2pPr>
            <a:lvl3pPr lvl="2"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3pPr>
            <a:lvl4pPr lvl="3"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4pPr>
            <a:lvl5pPr lvl="4"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5pPr>
            <a:lvl6pPr lvl="5"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6pPr>
            <a:lvl7pPr lvl="6"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7pPr>
            <a:lvl8pPr lvl="7"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8pPr>
            <a:lvl9pPr lvl="8"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9pPr>
          </a:lstStyle>
          <a:p/>
        </p:txBody>
      </p:sp>
      <p:sp>
        <p:nvSpPr>
          <p:cNvPr id="632" name="Google Shape;632;g39c1a85cac3_0_628"/>
          <p:cNvSpPr txBox="1"/>
          <p:nvPr>
            <p:ph idx="8" type="body"/>
          </p:nvPr>
        </p:nvSpPr>
        <p:spPr>
          <a:xfrm>
            <a:off x="1399325" y="4123075"/>
            <a:ext cx="3811200" cy="8919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80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80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80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80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80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80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80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800"/>
              </a:spcBef>
              <a:spcAft>
                <a:spcPts val="800"/>
              </a:spcAft>
              <a:buClr>
                <a:schemeClr val="accent6"/>
              </a:buClr>
              <a:buSzPts val="1000"/>
              <a:buFont typeface="Instrument Sans"/>
              <a:buChar char="■"/>
              <a:defRPr>
                <a:solidFill>
                  <a:schemeClr val="accent6"/>
                </a:solidFill>
              </a:defRPr>
            </a:lvl9pPr>
          </a:lstStyle>
          <a:p/>
        </p:txBody>
      </p:sp>
      <p:sp>
        <p:nvSpPr>
          <p:cNvPr id="633" name="Google Shape;633;g39c1a85cac3_0_628"/>
          <p:cNvSpPr txBox="1"/>
          <p:nvPr>
            <p:ph idx="9" type="subTitle"/>
          </p:nvPr>
        </p:nvSpPr>
        <p:spPr>
          <a:xfrm>
            <a:off x="1399338" y="3861475"/>
            <a:ext cx="3811200" cy="3378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lt1"/>
              </a:buClr>
              <a:buSzPts val="1400"/>
              <a:buFont typeface="Poppins"/>
              <a:buNone/>
              <a:defRPr/>
            </a:lvl1pPr>
            <a:lvl2pPr lvl="1"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2pPr>
            <a:lvl3pPr lvl="2"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3pPr>
            <a:lvl4pPr lvl="3"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4pPr>
            <a:lvl5pPr lvl="4"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5pPr>
            <a:lvl6pPr lvl="5"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6pPr>
            <a:lvl7pPr lvl="6"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7pPr>
            <a:lvl8pPr lvl="7"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8pPr>
            <a:lvl9pPr lvl="8"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9pPr>
          </a:lstStyle>
          <a:p/>
        </p:txBody>
      </p:sp>
      <p:sp>
        <p:nvSpPr>
          <p:cNvPr id="634" name="Google Shape;634;g39c1a85cac3_0_628"/>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35" name="Google Shape;635;g39c1a85cac3_0_628"/>
          <p:cNvSpPr/>
          <p:nvPr>
            <p:ph idx="13" type="pic"/>
          </p:nvPr>
        </p:nvSpPr>
        <p:spPr>
          <a:xfrm>
            <a:off x="5215425" y="1291375"/>
            <a:ext cx="3807900" cy="3853500"/>
          </a:xfrm>
          <a:prstGeom prst="rect">
            <a:avLst/>
          </a:prstGeom>
          <a:noFill/>
          <a:ln>
            <a:no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1_1_1_1_1_1_1_1_1_1_2_1">
    <p:spTree>
      <p:nvGrpSpPr>
        <p:cNvPr id="636" name="Shape 636"/>
        <p:cNvGrpSpPr/>
        <p:nvPr/>
      </p:nvGrpSpPr>
      <p:grpSpPr>
        <a:xfrm>
          <a:off x="0" y="0"/>
          <a:ext cx="0" cy="0"/>
          <a:chOff x="0" y="0"/>
          <a:chExt cx="0" cy="0"/>
        </a:xfrm>
      </p:grpSpPr>
      <p:sp>
        <p:nvSpPr>
          <p:cNvPr id="637" name="Google Shape;637;g39c1a85cac3_0_643"/>
          <p:cNvSpPr/>
          <p:nvPr>
            <p:ph idx="2" type="pic"/>
          </p:nvPr>
        </p:nvSpPr>
        <p:spPr>
          <a:xfrm>
            <a:off x="7751475" y="1291350"/>
            <a:ext cx="1266300" cy="1285200"/>
          </a:xfrm>
          <a:prstGeom prst="rect">
            <a:avLst/>
          </a:prstGeom>
          <a:noFill/>
          <a:ln>
            <a:noFill/>
          </a:ln>
        </p:spPr>
      </p:sp>
      <p:sp>
        <p:nvSpPr>
          <p:cNvPr id="638" name="Google Shape;638;g39c1a85cac3_0_643"/>
          <p:cNvSpPr/>
          <p:nvPr>
            <p:ph idx="3" type="pic"/>
          </p:nvPr>
        </p:nvSpPr>
        <p:spPr>
          <a:xfrm>
            <a:off x="7751425" y="3864900"/>
            <a:ext cx="1266300" cy="1284900"/>
          </a:xfrm>
          <a:prstGeom prst="rect">
            <a:avLst/>
          </a:prstGeom>
          <a:noFill/>
          <a:ln>
            <a:noFill/>
          </a:ln>
        </p:spPr>
      </p:sp>
      <p:sp>
        <p:nvSpPr>
          <p:cNvPr id="639" name="Google Shape;639;g39c1a85cac3_0_643"/>
          <p:cNvSpPr/>
          <p:nvPr>
            <p:ph idx="4" type="pic"/>
          </p:nvPr>
        </p:nvSpPr>
        <p:spPr>
          <a:xfrm>
            <a:off x="5218487" y="2584425"/>
            <a:ext cx="2525100" cy="1271400"/>
          </a:xfrm>
          <a:prstGeom prst="rect">
            <a:avLst/>
          </a:prstGeom>
          <a:noFill/>
          <a:ln>
            <a:noFill/>
          </a:ln>
        </p:spPr>
      </p:sp>
      <p:sp>
        <p:nvSpPr>
          <p:cNvPr id="640" name="Google Shape;640;g39c1a85cac3_0_643"/>
          <p:cNvSpPr txBox="1"/>
          <p:nvPr>
            <p:ph idx="1" type="subTitle"/>
          </p:nvPr>
        </p:nvSpPr>
        <p:spPr>
          <a:xfrm>
            <a:off x="984950" y="3865575"/>
            <a:ext cx="416700" cy="393600"/>
          </a:xfrm>
          <a:prstGeom prst="rect">
            <a:avLst/>
          </a:prstGeom>
          <a:solidFill>
            <a:schemeClr val="dk2"/>
          </a:solidFill>
          <a:ln>
            <a:noFill/>
          </a:ln>
        </p:spPr>
        <p:txBody>
          <a:bodyPr anchorCtr="0" anchor="t" bIns="91425" lIns="91425" spcFirstLastPara="1" rIns="91425" wrap="square" tIns="91425">
            <a:noAutofit/>
          </a:bodyPr>
          <a:lstStyle>
            <a:lvl1pPr lvl="0" algn="ctr">
              <a:lnSpc>
                <a:spcPct val="90000"/>
              </a:lnSpc>
              <a:spcBef>
                <a:spcPts val="0"/>
              </a:spcBef>
              <a:spcAft>
                <a:spcPts val="0"/>
              </a:spcAft>
              <a:buSzPts val="1000"/>
              <a:buNone/>
              <a:defRPr sz="1000">
                <a:solidFill>
                  <a:schemeClr val="accent6"/>
                </a:solidFill>
              </a:defRPr>
            </a:lvl1pPr>
            <a:lvl2pPr lvl="1" algn="l">
              <a:lnSpc>
                <a:spcPct val="115000"/>
              </a:lnSpc>
              <a:spcBef>
                <a:spcPts val="0"/>
              </a:spcBef>
              <a:spcAft>
                <a:spcPts val="0"/>
              </a:spcAft>
              <a:buClr>
                <a:schemeClr val="accent6"/>
              </a:buClr>
              <a:buSzPts val="1400"/>
              <a:buNone/>
              <a:defRPr>
                <a:solidFill>
                  <a:schemeClr val="accent6"/>
                </a:solidFill>
              </a:defRPr>
            </a:lvl2pPr>
            <a:lvl3pPr lvl="2" algn="l">
              <a:lnSpc>
                <a:spcPct val="115000"/>
              </a:lnSpc>
              <a:spcBef>
                <a:spcPts val="0"/>
              </a:spcBef>
              <a:spcAft>
                <a:spcPts val="0"/>
              </a:spcAft>
              <a:buClr>
                <a:schemeClr val="accent6"/>
              </a:buClr>
              <a:buSzPts val="1400"/>
              <a:buNone/>
              <a:defRPr>
                <a:solidFill>
                  <a:schemeClr val="accent6"/>
                </a:solidFill>
              </a:defRPr>
            </a:lvl3pPr>
            <a:lvl4pPr lvl="3" algn="l">
              <a:lnSpc>
                <a:spcPct val="115000"/>
              </a:lnSpc>
              <a:spcBef>
                <a:spcPts val="0"/>
              </a:spcBef>
              <a:spcAft>
                <a:spcPts val="0"/>
              </a:spcAft>
              <a:buClr>
                <a:schemeClr val="accent6"/>
              </a:buClr>
              <a:buSzPts val="1400"/>
              <a:buNone/>
              <a:defRPr>
                <a:solidFill>
                  <a:schemeClr val="accent6"/>
                </a:solidFill>
              </a:defRPr>
            </a:lvl4pPr>
            <a:lvl5pPr lvl="4" algn="l">
              <a:lnSpc>
                <a:spcPct val="115000"/>
              </a:lnSpc>
              <a:spcBef>
                <a:spcPts val="0"/>
              </a:spcBef>
              <a:spcAft>
                <a:spcPts val="0"/>
              </a:spcAft>
              <a:buClr>
                <a:schemeClr val="accent6"/>
              </a:buClr>
              <a:buSzPts val="1400"/>
              <a:buNone/>
              <a:defRPr>
                <a:solidFill>
                  <a:schemeClr val="accent6"/>
                </a:solidFill>
              </a:defRPr>
            </a:lvl5pPr>
            <a:lvl6pPr lvl="5" algn="l">
              <a:lnSpc>
                <a:spcPct val="115000"/>
              </a:lnSpc>
              <a:spcBef>
                <a:spcPts val="0"/>
              </a:spcBef>
              <a:spcAft>
                <a:spcPts val="0"/>
              </a:spcAft>
              <a:buClr>
                <a:schemeClr val="accent6"/>
              </a:buClr>
              <a:buSzPts val="1400"/>
              <a:buNone/>
              <a:defRPr>
                <a:solidFill>
                  <a:schemeClr val="accent6"/>
                </a:solidFill>
              </a:defRPr>
            </a:lvl6pPr>
            <a:lvl7pPr lvl="6" algn="l">
              <a:lnSpc>
                <a:spcPct val="115000"/>
              </a:lnSpc>
              <a:spcBef>
                <a:spcPts val="0"/>
              </a:spcBef>
              <a:spcAft>
                <a:spcPts val="0"/>
              </a:spcAft>
              <a:buClr>
                <a:schemeClr val="accent6"/>
              </a:buClr>
              <a:buSzPts val="1400"/>
              <a:buNone/>
              <a:defRPr>
                <a:solidFill>
                  <a:schemeClr val="accent6"/>
                </a:solidFill>
              </a:defRPr>
            </a:lvl7pPr>
            <a:lvl8pPr lvl="7" algn="l">
              <a:lnSpc>
                <a:spcPct val="115000"/>
              </a:lnSpc>
              <a:spcBef>
                <a:spcPts val="0"/>
              </a:spcBef>
              <a:spcAft>
                <a:spcPts val="0"/>
              </a:spcAft>
              <a:buClr>
                <a:schemeClr val="accent6"/>
              </a:buClr>
              <a:buSzPts val="1400"/>
              <a:buNone/>
              <a:defRPr>
                <a:solidFill>
                  <a:schemeClr val="accent6"/>
                </a:solidFill>
              </a:defRPr>
            </a:lvl8pPr>
            <a:lvl9pPr lvl="8" algn="l">
              <a:lnSpc>
                <a:spcPct val="115000"/>
              </a:lnSpc>
              <a:spcBef>
                <a:spcPts val="0"/>
              </a:spcBef>
              <a:spcAft>
                <a:spcPts val="0"/>
              </a:spcAft>
              <a:buClr>
                <a:schemeClr val="accent6"/>
              </a:buClr>
              <a:buSzPts val="1400"/>
              <a:buNone/>
              <a:defRPr>
                <a:solidFill>
                  <a:schemeClr val="accent6"/>
                </a:solidFill>
              </a:defRPr>
            </a:lvl9pPr>
          </a:lstStyle>
          <a:p/>
        </p:txBody>
      </p:sp>
      <p:sp>
        <p:nvSpPr>
          <p:cNvPr id="641" name="Google Shape;641;g39c1a85cac3_0_643"/>
          <p:cNvSpPr txBox="1"/>
          <p:nvPr>
            <p:ph idx="5" type="subTitle"/>
          </p:nvPr>
        </p:nvSpPr>
        <p:spPr>
          <a:xfrm>
            <a:off x="984950" y="1291350"/>
            <a:ext cx="416700" cy="393600"/>
          </a:xfrm>
          <a:prstGeom prst="rect">
            <a:avLst/>
          </a:prstGeom>
          <a:solidFill>
            <a:schemeClr val="lt1"/>
          </a:solidFill>
          <a:ln>
            <a:noFill/>
          </a:ln>
        </p:spPr>
        <p:txBody>
          <a:bodyPr anchorCtr="0" anchor="t" bIns="91425" lIns="91425" spcFirstLastPara="1" rIns="91425" wrap="square" tIns="91425">
            <a:noAutofit/>
          </a:bodyPr>
          <a:lstStyle>
            <a:lvl1pPr lvl="0" algn="ctr">
              <a:lnSpc>
                <a:spcPct val="90000"/>
              </a:lnSpc>
              <a:spcBef>
                <a:spcPts val="0"/>
              </a:spcBef>
              <a:spcAft>
                <a:spcPts val="0"/>
              </a:spcAft>
              <a:buSzPts val="1000"/>
              <a:buNone/>
              <a:defRPr sz="1000">
                <a:solidFill>
                  <a:schemeClr val="dk1"/>
                </a:solidFill>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42" name="Google Shape;642;g39c1a85cac3_0_643"/>
          <p:cNvSpPr txBox="1"/>
          <p:nvPr>
            <p:ph idx="6" type="subTitle"/>
          </p:nvPr>
        </p:nvSpPr>
        <p:spPr>
          <a:xfrm>
            <a:off x="984950" y="2584425"/>
            <a:ext cx="416700" cy="393600"/>
          </a:xfrm>
          <a:prstGeom prst="rect">
            <a:avLst/>
          </a:prstGeom>
          <a:solidFill>
            <a:schemeClr val="lt2"/>
          </a:solidFill>
          <a:ln>
            <a:noFill/>
          </a:ln>
        </p:spPr>
        <p:txBody>
          <a:bodyPr anchorCtr="0" anchor="t" bIns="91425" lIns="91425" spcFirstLastPara="1" rIns="91425" wrap="square" tIns="91425">
            <a:noAutofit/>
          </a:bodyPr>
          <a:lstStyle>
            <a:lvl1pPr lvl="0" algn="ctr">
              <a:lnSpc>
                <a:spcPct val="90000"/>
              </a:lnSpc>
              <a:spcBef>
                <a:spcPts val="0"/>
              </a:spcBef>
              <a:spcAft>
                <a:spcPts val="0"/>
              </a:spcAft>
              <a:buSzPts val="1000"/>
              <a:buNone/>
              <a:defRPr sz="1000">
                <a:solidFill>
                  <a:schemeClr val="dk1"/>
                </a:solidFill>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43" name="Google Shape;643;g39c1a85cac3_0_643"/>
          <p:cNvSpPr txBox="1"/>
          <p:nvPr>
            <p:ph type="title"/>
          </p:nvPr>
        </p:nvSpPr>
        <p:spPr>
          <a:xfrm>
            <a:off x="139700" y="228600"/>
            <a:ext cx="6480300" cy="587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2400"/>
              <a:buNone/>
              <a:defRPr/>
            </a:lvl1pPr>
            <a:lvl2pPr lvl="1" algn="l">
              <a:lnSpc>
                <a:spcPct val="115000"/>
              </a:lnSpc>
              <a:spcBef>
                <a:spcPts val="0"/>
              </a:spcBef>
              <a:spcAft>
                <a:spcPts val="0"/>
              </a:spcAft>
              <a:buSzPts val="3000"/>
              <a:buNone/>
              <a:defRPr sz="3000">
                <a:latin typeface="Poppins SemiBold"/>
                <a:ea typeface="Poppins SemiBold"/>
                <a:cs typeface="Poppins SemiBold"/>
                <a:sym typeface="Poppins SemiBold"/>
              </a:defRPr>
            </a:lvl2pPr>
            <a:lvl3pPr lvl="2" algn="l">
              <a:lnSpc>
                <a:spcPct val="115000"/>
              </a:lnSpc>
              <a:spcBef>
                <a:spcPts val="0"/>
              </a:spcBef>
              <a:spcAft>
                <a:spcPts val="0"/>
              </a:spcAft>
              <a:buSzPts val="3000"/>
              <a:buNone/>
              <a:defRPr sz="3000">
                <a:latin typeface="Poppins SemiBold"/>
                <a:ea typeface="Poppins SemiBold"/>
                <a:cs typeface="Poppins SemiBold"/>
                <a:sym typeface="Poppins SemiBold"/>
              </a:defRPr>
            </a:lvl3pPr>
            <a:lvl4pPr lvl="3" algn="l">
              <a:lnSpc>
                <a:spcPct val="115000"/>
              </a:lnSpc>
              <a:spcBef>
                <a:spcPts val="0"/>
              </a:spcBef>
              <a:spcAft>
                <a:spcPts val="0"/>
              </a:spcAft>
              <a:buSzPts val="3000"/>
              <a:buNone/>
              <a:defRPr sz="3000">
                <a:latin typeface="Poppins SemiBold"/>
                <a:ea typeface="Poppins SemiBold"/>
                <a:cs typeface="Poppins SemiBold"/>
                <a:sym typeface="Poppins SemiBold"/>
              </a:defRPr>
            </a:lvl4pPr>
            <a:lvl5pPr lvl="4" algn="l">
              <a:lnSpc>
                <a:spcPct val="115000"/>
              </a:lnSpc>
              <a:spcBef>
                <a:spcPts val="0"/>
              </a:spcBef>
              <a:spcAft>
                <a:spcPts val="0"/>
              </a:spcAft>
              <a:buSzPts val="3000"/>
              <a:buNone/>
              <a:defRPr sz="3000">
                <a:latin typeface="Poppins SemiBold"/>
                <a:ea typeface="Poppins SemiBold"/>
                <a:cs typeface="Poppins SemiBold"/>
                <a:sym typeface="Poppins SemiBold"/>
              </a:defRPr>
            </a:lvl5pPr>
            <a:lvl6pPr lvl="5" algn="l">
              <a:lnSpc>
                <a:spcPct val="115000"/>
              </a:lnSpc>
              <a:spcBef>
                <a:spcPts val="0"/>
              </a:spcBef>
              <a:spcAft>
                <a:spcPts val="0"/>
              </a:spcAft>
              <a:buSzPts val="3000"/>
              <a:buNone/>
              <a:defRPr sz="3000">
                <a:latin typeface="Poppins SemiBold"/>
                <a:ea typeface="Poppins SemiBold"/>
                <a:cs typeface="Poppins SemiBold"/>
                <a:sym typeface="Poppins SemiBold"/>
              </a:defRPr>
            </a:lvl6pPr>
            <a:lvl7pPr lvl="6" algn="l">
              <a:lnSpc>
                <a:spcPct val="115000"/>
              </a:lnSpc>
              <a:spcBef>
                <a:spcPts val="0"/>
              </a:spcBef>
              <a:spcAft>
                <a:spcPts val="0"/>
              </a:spcAft>
              <a:buSzPts val="3000"/>
              <a:buNone/>
              <a:defRPr sz="3000">
                <a:latin typeface="Poppins SemiBold"/>
                <a:ea typeface="Poppins SemiBold"/>
                <a:cs typeface="Poppins SemiBold"/>
                <a:sym typeface="Poppins SemiBold"/>
              </a:defRPr>
            </a:lvl7pPr>
            <a:lvl8pPr lvl="7" algn="l">
              <a:lnSpc>
                <a:spcPct val="115000"/>
              </a:lnSpc>
              <a:spcBef>
                <a:spcPts val="0"/>
              </a:spcBef>
              <a:spcAft>
                <a:spcPts val="0"/>
              </a:spcAft>
              <a:buSzPts val="3000"/>
              <a:buNone/>
              <a:defRPr sz="3000">
                <a:latin typeface="Poppins SemiBold"/>
                <a:ea typeface="Poppins SemiBold"/>
                <a:cs typeface="Poppins SemiBold"/>
                <a:sym typeface="Poppins SemiBold"/>
              </a:defRPr>
            </a:lvl8pPr>
            <a:lvl9pPr lvl="8" algn="l">
              <a:lnSpc>
                <a:spcPct val="115000"/>
              </a:lnSpc>
              <a:spcBef>
                <a:spcPts val="0"/>
              </a:spcBef>
              <a:spcAft>
                <a:spcPts val="0"/>
              </a:spcAft>
              <a:buSzPts val="3000"/>
              <a:buNone/>
              <a:defRPr sz="3000">
                <a:latin typeface="Poppins SemiBold"/>
                <a:ea typeface="Poppins SemiBold"/>
                <a:cs typeface="Poppins SemiBold"/>
                <a:sym typeface="Poppins SemiBold"/>
              </a:defRPr>
            </a:lvl9pPr>
          </a:lstStyle>
          <a:p/>
        </p:txBody>
      </p:sp>
      <p:cxnSp>
        <p:nvCxnSpPr>
          <p:cNvPr id="644" name="Google Shape;644;g39c1a85cac3_0_643"/>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cxnSp>
        <p:nvCxnSpPr>
          <p:cNvPr id="645" name="Google Shape;645;g39c1a85cac3_0_643"/>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sp>
        <p:nvSpPr>
          <p:cNvPr id="646" name="Google Shape;646;g39c1a85cac3_0_643"/>
          <p:cNvSpPr txBox="1"/>
          <p:nvPr>
            <p:ph idx="7" type="body"/>
          </p:nvPr>
        </p:nvSpPr>
        <p:spPr>
          <a:xfrm>
            <a:off x="1399300" y="1548450"/>
            <a:ext cx="3811200" cy="9519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Clr>
                <a:schemeClr val="accent6"/>
              </a:buClr>
              <a:buSzPts val="1000"/>
              <a:buChar char="●"/>
              <a:defRPr>
                <a:solidFill>
                  <a:schemeClr val="accent6"/>
                </a:solidFill>
              </a:defRPr>
            </a:lvl1pPr>
            <a:lvl2pPr indent="-292100" lvl="1" marL="914400" algn="l">
              <a:lnSpc>
                <a:spcPct val="100000"/>
              </a:lnSpc>
              <a:spcBef>
                <a:spcPts val="800"/>
              </a:spcBef>
              <a:spcAft>
                <a:spcPts val="0"/>
              </a:spcAft>
              <a:buClr>
                <a:schemeClr val="accent6"/>
              </a:buClr>
              <a:buSzPts val="1000"/>
              <a:buChar char="○"/>
              <a:defRPr>
                <a:solidFill>
                  <a:schemeClr val="accent6"/>
                </a:solidFill>
              </a:defRPr>
            </a:lvl2pPr>
            <a:lvl3pPr indent="-292100" lvl="2" marL="1371600" algn="l">
              <a:lnSpc>
                <a:spcPct val="100000"/>
              </a:lnSpc>
              <a:spcBef>
                <a:spcPts val="800"/>
              </a:spcBef>
              <a:spcAft>
                <a:spcPts val="0"/>
              </a:spcAft>
              <a:buClr>
                <a:schemeClr val="accent6"/>
              </a:buClr>
              <a:buSzPts val="1000"/>
              <a:buChar char="■"/>
              <a:defRPr>
                <a:solidFill>
                  <a:schemeClr val="accent6"/>
                </a:solidFill>
              </a:defRPr>
            </a:lvl3pPr>
            <a:lvl4pPr indent="-292100" lvl="3" marL="1828800" algn="l">
              <a:lnSpc>
                <a:spcPct val="100000"/>
              </a:lnSpc>
              <a:spcBef>
                <a:spcPts val="800"/>
              </a:spcBef>
              <a:spcAft>
                <a:spcPts val="0"/>
              </a:spcAft>
              <a:buClr>
                <a:schemeClr val="accent6"/>
              </a:buClr>
              <a:buSzPts val="1000"/>
              <a:buChar char="●"/>
              <a:defRPr>
                <a:solidFill>
                  <a:schemeClr val="accent6"/>
                </a:solidFill>
              </a:defRPr>
            </a:lvl4pPr>
            <a:lvl5pPr indent="-292100" lvl="4" marL="2286000" algn="l">
              <a:lnSpc>
                <a:spcPct val="100000"/>
              </a:lnSpc>
              <a:spcBef>
                <a:spcPts val="800"/>
              </a:spcBef>
              <a:spcAft>
                <a:spcPts val="0"/>
              </a:spcAft>
              <a:buClr>
                <a:schemeClr val="accent6"/>
              </a:buClr>
              <a:buSzPts val="1000"/>
              <a:buChar char="○"/>
              <a:defRPr>
                <a:solidFill>
                  <a:schemeClr val="accent6"/>
                </a:solidFill>
              </a:defRPr>
            </a:lvl5pPr>
            <a:lvl6pPr indent="-292100" lvl="5" marL="2743200" algn="l">
              <a:lnSpc>
                <a:spcPct val="100000"/>
              </a:lnSpc>
              <a:spcBef>
                <a:spcPts val="800"/>
              </a:spcBef>
              <a:spcAft>
                <a:spcPts val="0"/>
              </a:spcAft>
              <a:buClr>
                <a:schemeClr val="accent6"/>
              </a:buClr>
              <a:buSzPts val="1000"/>
              <a:buChar char="■"/>
              <a:defRPr>
                <a:solidFill>
                  <a:schemeClr val="accent6"/>
                </a:solidFill>
              </a:defRPr>
            </a:lvl6pPr>
            <a:lvl7pPr indent="-292100" lvl="6" marL="3200400" algn="l">
              <a:lnSpc>
                <a:spcPct val="100000"/>
              </a:lnSpc>
              <a:spcBef>
                <a:spcPts val="800"/>
              </a:spcBef>
              <a:spcAft>
                <a:spcPts val="0"/>
              </a:spcAft>
              <a:buClr>
                <a:schemeClr val="accent6"/>
              </a:buClr>
              <a:buSzPts val="1000"/>
              <a:buChar char="●"/>
              <a:defRPr>
                <a:solidFill>
                  <a:schemeClr val="accent6"/>
                </a:solidFill>
              </a:defRPr>
            </a:lvl7pPr>
            <a:lvl8pPr indent="-292100" lvl="7" marL="3657600" algn="l">
              <a:lnSpc>
                <a:spcPct val="100000"/>
              </a:lnSpc>
              <a:spcBef>
                <a:spcPts val="800"/>
              </a:spcBef>
              <a:spcAft>
                <a:spcPts val="0"/>
              </a:spcAft>
              <a:buClr>
                <a:schemeClr val="accent6"/>
              </a:buClr>
              <a:buSzPts val="1000"/>
              <a:buChar char="○"/>
              <a:defRPr>
                <a:solidFill>
                  <a:schemeClr val="accent6"/>
                </a:solidFill>
              </a:defRPr>
            </a:lvl8pPr>
            <a:lvl9pPr indent="-292100" lvl="8" marL="4114800" algn="l">
              <a:lnSpc>
                <a:spcPct val="100000"/>
              </a:lnSpc>
              <a:spcBef>
                <a:spcPts val="800"/>
              </a:spcBef>
              <a:spcAft>
                <a:spcPts val="800"/>
              </a:spcAft>
              <a:buClr>
                <a:schemeClr val="accent6"/>
              </a:buClr>
              <a:buSzPts val="1000"/>
              <a:buChar char="■"/>
              <a:defRPr>
                <a:solidFill>
                  <a:schemeClr val="accent6"/>
                </a:solidFill>
              </a:defRPr>
            </a:lvl9pPr>
          </a:lstStyle>
          <a:p/>
        </p:txBody>
      </p:sp>
      <p:sp>
        <p:nvSpPr>
          <p:cNvPr id="647" name="Google Shape;647;g39c1a85cac3_0_643"/>
          <p:cNvSpPr txBox="1"/>
          <p:nvPr>
            <p:ph idx="8" type="subTitle"/>
          </p:nvPr>
        </p:nvSpPr>
        <p:spPr>
          <a:xfrm>
            <a:off x="1400950" y="1291375"/>
            <a:ext cx="3811200" cy="3378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lt1"/>
              </a:buClr>
              <a:buSzPts val="1400"/>
              <a:buFont typeface="Poppins"/>
              <a:buNone/>
              <a:defRPr/>
            </a:lvl1pPr>
            <a:lvl2pPr lvl="1"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2pPr>
            <a:lvl3pPr lvl="2"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3pPr>
            <a:lvl4pPr lvl="3"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4pPr>
            <a:lvl5pPr lvl="4"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5pPr>
            <a:lvl6pPr lvl="5"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6pPr>
            <a:lvl7pPr lvl="6"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7pPr>
            <a:lvl8pPr lvl="7"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8pPr>
            <a:lvl9pPr lvl="8" algn="l">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9pPr>
          </a:lstStyle>
          <a:p/>
        </p:txBody>
      </p:sp>
      <p:sp>
        <p:nvSpPr>
          <p:cNvPr id="648" name="Google Shape;648;g39c1a85cac3_0_643"/>
          <p:cNvSpPr txBox="1"/>
          <p:nvPr>
            <p:ph idx="9" type="body"/>
          </p:nvPr>
        </p:nvSpPr>
        <p:spPr>
          <a:xfrm>
            <a:off x="1399300" y="2838025"/>
            <a:ext cx="3811200" cy="10233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80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80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80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80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80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80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80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800"/>
              </a:spcBef>
              <a:spcAft>
                <a:spcPts val="800"/>
              </a:spcAft>
              <a:buClr>
                <a:schemeClr val="accent6"/>
              </a:buClr>
              <a:buSzPts val="1000"/>
              <a:buFont typeface="Instrument Sans"/>
              <a:buChar char="■"/>
              <a:defRPr>
                <a:solidFill>
                  <a:schemeClr val="accent6"/>
                </a:solidFill>
              </a:defRPr>
            </a:lvl9pPr>
          </a:lstStyle>
          <a:p/>
        </p:txBody>
      </p:sp>
      <p:sp>
        <p:nvSpPr>
          <p:cNvPr id="649" name="Google Shape;649;g39c1a85cac3_0_643"/>
          <p:cNvSpPr txBox="1"/>
          <p:nvPr>
            <p:ph idx="13" type="subTitle"/>
          </p:nvPr>
        </p:nvSpPr>
        <p:spPr>
          <a:xfrm>
            <a:off x="1399313" y="2576425"/>
            <a:ext cx="3811200" cy="3378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lt1"/>
              </a:buClr>
              <a:buSzPts val="1400"/>
              <a:buFont typeface="Poppins"/>
              <a:buNone/>
              <a:defRPr/>
            </a:lvl1pPr>
            <a:lvl2pPr lvl="1"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2pPr>
            <a:lvl3pPr lvl="2"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3pPr>
            <a:lvl4pPr lvl="3"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4pPr>
            <a:lvl5pPr lvl="4"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5pPr>
            <a:lvl6pPr lvl="5"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6pPr>
            <a:lvl7pPr lvl="6"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7pPr>
            <a:lvl8pPr lvl="7"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8pPr>
            <a:lvl9pPr lvl="8"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9pPr>
          </a:lstStyle>
          <a:p/>
        </p:txBody>
      </p:sp>
      <p:sp>
        <p:nvSpPr>
          <p:cNvPr id="650" name="Google Shape;650;g39c1a85cac3_0_643"/>
          <p:cNvSpPr txBox="1"/>
          <p:nvPr>
            <p:ph idx="14" type="body"/>
          </p:nvPr>
        </p:nvSpPr>
        <p:spPr>
          <a:xfrm>
            <a:off x="1399325" y="4123075"/>
            <a:ext cx="3811200" cy="8919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80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80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80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80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80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80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80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800"/>
              </a:spcBef>
              <a:spcAft>
                <a:spcPts val="800"/>
              </a:spcAft>
              <a:buClr>
                <a:schemeClr val="accent6"/>
              </a:buClr>
              <a:buSzPts val="1000"/>
              <a:buFont typeface="Instrument Sans"/>
              <a:buChar char="■"/>
              <a:defRPr>
                <a:solidFill>
                  <a:schemeClr val="accent6"/>
                </a:solidFill>
              </a:defRPr>
            </a:lvl9pPr>
          </a:lstStyle>
          <a:p/>
        </p:txBody>
      </p:sp>
      <p:sp>
        <p:nvSpPr>
          <p:cNvPr id="651" name="Google Shape;651;g39c1a85cac3_0_643"/>
          <p:cNvSpPr txBox="1"/>
          <p:nvPr>
            <p:ph idx="15" type="subTitle"/>
          </p:nvPr>
        </p:nvSpPr>
        <p:spPr>
          <a:xfrm>
            <a:off x="1399338" y="3861475"/>
            <a:ext cx="3811200" cy="3378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lt1"/>
              </a:buClr>
              <a:buSzPts val="1400"/>
              <a:buFont typeface="Poppins"/>
              <a:buNone/>
              <a:defRPr/>
            </a:lvl1pPr>
            <a:lvl2pPr lvl="1"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2pPr>
            <a:lvl3pPr lvl="2"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3pPr>
            <a:lvl4pPr lvl="3"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4pPr>
            <a:lvl5pPr lvl="4"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5pPr>
            <a:lvl6pPr lvl="5"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6pPr>
            <a:lvl7pPr lvl="6"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7pPr>
            <a:lvl8pPr lvl="7"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8pPr>
            <a:lvl9pPr lvl="8" algn="l">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9pPr>
          </a:lstStyle>
          <a:p/>
        </p:txBody>
      </p:sp>
      <p:sp>
        <p:nvSpPr>
          <p:cNvPr id="652" name="Google Shape;652;g39c1a85cac3_0_643"/>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14_1">
    <p:spTree>
      <p:nvGrpSpPr>
        <p:cNvPr id="653" name="Shape 653"/>
        <p:cNvGrpSpPr/>
        <p:nvPr/>
      </p:nvGrpSpPr>
      <p:grpSpPr>
        <a:xfrm>
          <a:off x="0" y="0"/>
          <a:ext cx="0" cy="0"/>
          <a:chOff x="0" y="0"/>
          <a:chExt cx="0" cy="0"/>
        </a:xfrm>
      </p:grpSpPr>
      <p:pic>
        <p:nvPicPr>
          <p:cNvPr id="654" name="Google Shape;654;g39c1a85cac3_0_660"/>
          <p:cNvPicPr preferRelativeResize="0"/>
          <p:nvPr/>
        </p:nvPicPr>
        <p:blipFill rotWithShape="1">
          <a:blip r:embed="rId2">
            <a:alphaModFix/>
          </a:blip>
          <a:srcRect b="0" l="0" r="0" t="0"/>
          <a:stretch/>
        </p:blipFill>
        <p:spPr>
          <a:xfrm>
            <a:off x="7727700" y="0"/>
            <a:ext cx="1290725" cy="1290725"/>
          </a:xfrm>
          <a:prstGeom prst="rect">
            <a:avLst/>
          </a:prstGeom>
          <a:noFill/>
          <a:ln>
            <a:noFill/>
          </a:ln>
        </p:spPr>
      </p:pic>
      <p:sp>
        <p:nvSpPr>
          <p:cNvPr id="655" name="Google Shape;655;g39c1a85cac3_0_660"/>
          <p:cNvSpPr txBox="1"/>
          <p:nvPr>
            <p:ph idx="1" type="body"/>
          </p:nvPr>
        </p:nvSpPr>
        <p:spPr>
          <a:xfrm>
            <a:off x="1399300" y="1602100"/>
            <a:ext cx="2540700" cy="977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656" name="Google Shape;656;g39c1a85cac3_0_660"/>
          <p:cNvSpPr txBox="1"/>
          <p:nvPr>
            <p:ph idx="2" type="body"/>
          </p:nvPr>
        </p:nvSpPr>
        <p:spPr>
          <a:xfrm>
            <a:off x="1399300" y="2728825"/>
            <a:ext cx="2540700" cy="977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657" name="Google Shape;657;g39c1a85cac3_0_660"/>
          <p:cNvSpPr txBox="1"/>
          <p:nvPr>
            <p:ph idx="3" type="body"/>
          </p:nvPr>
        </p:nvSpPr>
        <p:spPr>
          <a:xfrm>
            <a:off x="1399300" y="4013875"/>
            <a:ext cx="2540700" cy="977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658" name="Google Shape;658;g39c1a85cac3_0_660"/>
          <p:cNvSpPr txBox="1"/>
          <p:nvPr>
            <p:ph idx="4" type="body"/>
          </p:nvPr>
        </p:nvSpPr>
        <p:spPr>
          <a:xfrm>
            <a:off x="3941750" y="1602100"/>
            <a:ext cx="2540700" cy="977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659" name="Google Shape;659;g39c1a85cac3_0_660"/>
          <p:cNvSpPr txBox="1"/>
          <p:nvPr>
            <p:ph idx="5" type="body"/>
          </p:nvPr>
        </p:nvSpPr>
        <p:spPr>
          <a:xfrm>
            <a:off x="3941750" y="2728825"/>
            <a:ext cx="2540700" cy="977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660" name="Google Shape;660;g39c1a85cac3_0_660"/>
          <p:cNvSpPr txBox="1"/>
          <p:nvPr>
            <p:ph idx="6" type="body"/>
          </p:nvPr>
        </p:nvSpPr>
        <p:spPr>
          <a:xfrm>
            <a:off x="3941750" y="4013875"/>
            <a:ext cx="2540700" cy="977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661" name="Google Shape;661;g39c1a85cac3_0_660"/>
          <p:cNvSpPr txBox="1"/>
          <p:nvPr>
            <p:ph idx="7" type="body"/>
          </p:nvPr>
        </p:nvSpPr>
        <p:spPr>
          <a:xfrm>
            <a:off x="6484200" y="1602100"/>
            <a:ext cx="2540700" cy="977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662" name="Google Shape;662;g39c1a85cac3_0_660"/>
          <p:cNvSpPr txBox="1"/>
          <p:nvPr>
            <p:ph idx="8" type="body"/>
          </p:nvPr>
        </p:nvSpPr>
        <p:spPr>
          <a:xfrm>
            <a:off x="6484200" y="2728825"/>
            <a:ext cx="2540700" cy="977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663" name="Google Shape;663;g39c1a85cac3_0_660"/>
          <p:cNvSpPr txBox="1"/>
          <p:nvPr>
            <p:ph idx="9" type="body"/>
          </p:nvPr>
        </p:nvSpPr>
        <p:spPr>
          <a:xfrm>
            <a:off x="6484200" y="4013875"/>
            <a:ext cx="2540700" cy="977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664" name="Google Shape;664;g39c1a85cac3_0_660"/>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65" name="Google Shape;665;g39c1a85cac3_0_660"/>
          <p:cNvSpPr txBox="1"/>
          <p:nvPr>
            <p:ph type="title"/>
          </p:nvPr>
        </p:nvSpPr>
        <p:spPr>
          <a:xfrm>
            <a:off x="139700" y="228600"/>
            <a:ext cx="6341400" cy="609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cxnSp>
        <p:nvCxnSpPr>
          <p:cNvPr id="666" name="Google Shape;666;g39c1a85cac3_0_660"/>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667" name="Google Shape;667;g39c1a85cac3_0_660"/>
          <p:cNvCxnSpPr/>
          <p:nvPr/>
        </p:nvCxnSpPr>
        <p:spPr>
          <a:xfrm>
            <a:off x="9023250" y="1200"/>
            <a:ext cx="0" cy="5143500"/>
          </a:xfrm>
          <a:prstGeom prst="straightConnector1">
            <a:avLst/>
          </a:prstGeom>
          <a:noFill/>
          <a:ln cap="flat" cmpd="sng" w="9525">
            <a:solidFill>
              <a:schemeClr val="accent3"/>
            </a:solidFill>
            <a:prstDash val="solid"/>
            <a:round/>
            <a:headEnd len="sm" w="sm" type="none"/>
            <a:tailEnd len="sm" w="sm" type="none"/>
          </a:ln>
        </p:spPr>
      </p:cxnSp>
      <p:sp>
        <p:nvSpPr>
          <p:cNvPr id="668" name="Google Shape;668;g39c1a85cac3_0_660"/>
          <p:cNvSpPr txBox="1"/>
          <p:nvPr>
            <p:ph idx="13" type="subTitle"/>
          </p:nvPr>
        </p:nvSpPr>
        <p:spPr>
          <a:xfrm>
            <a:off x="139700" y="1443775"/>
            <a:ext cx="1259700" cy="337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sz="1200">
                <a:solidFill>
                  <a:schemeClr val="accent6"/>
                </a:solidFill>
                <a:latin typeface="Instrument Sans"/>
                <a:ea typeface="Instrument Sans"/>
                <a:cs typeface="Instrument Sans"/>
                <a:sym typeface="Instrument Sans"/>
              </a:defRPr>
            </a:lvl1pPr>
            <a:lvl2pPr lvl="1"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2pPr>
            <a:lvl3pPr lvl="2"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3pPr>
            <a:lvl4pPr lvl="3"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4pPr>
            <a:lvl5pPr lvl="4"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5pPr>
            <a:lvl6pPr lvl="5"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6pPr>
            <a:lvl7pPr lvl="6"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7pPr>
            <a:lvl8pPr lvl="7"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8pPr>
            <a:lvl9pPr lvl="8"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9pPr>
          </a:lstStyle>
          <a:p/>
        </p:txBody>
      </p:sp>
      <p:sp>
        <p:nvSpPr>
          <p:cNvPr id="669" name="Google Shape;669;g39c1a85cac3_0_660"/>
          <p:cNvSpPr txBox="1"/>
          <p:nvPr>
            <p:ph idx="14" type="subTitle"/>
          </p:nvPr>
        </p:nvSpPr>
        <p:spPr>
          <a:xfrm>
            <a:off x="139700" y="2729275"/>
            <a:ext cx="1259700" cy="337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sz="1200">
                <a:solidFill>
                  <a:schemeClr val="accent6"/>
                </a:solidFill>
                <a:latin typeface="Instrument Sans"/>
                <a:ea typeface="Instrument Sans"/>
                <a:cs typeface="Instrument Sans"/>
                <a:sym typeface="Instrument Sans"/>
              </a:defRPr>
            </a:lvl1pPr>
            <a:lvl2pPr lvl="1"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2pPr>
            <a:lvl3pPr lvl="2"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3pPr>
            <a:lvl4pPr lvl="3"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4pPr>
            <a:lvl5pPr lvl="4"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5pPr>
            <a:lvl6pPr lvl="5"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6pPr>
            <a:lvl7pPr lvl="6"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7pPr>
            <a:lvl8pPr lvl="7"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8pPr>
            <a:lvl9pPr lvl="8"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9pPr>
          </a:lstStyle>
          <a:p/>
        </p:txBody>
      </p:sp>
      <p:sp>
        <p:nvSpPr>
          <p:cNvPr id="670" name="Google Shape;670;g39c1a85cac3_0_660"/>
          <p:cNvSpPr txBox="1"/>
          <p:nvPr>
            <p:ph idx="15" type="subTitle"/>
          </p:nvPr>
        </p:nvSpPr>
        <p:spPr>
          <a:xfrm>
            <a:off x="139700" y="4014775"/>
            <a:ext cx="1259700" cy="337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sz="1200">
                <a:solidFill>
                  <a:schemeClr val="accent6"/>
                </a:solidFill>
                <a:latin typeface="Instrument Sans"/>
                <a:ea typeface="Instrument Sans"/>
                <a:cs typeface="Instrument Sans"/>
                <a:sym typeface="Instrument Sans"/>
              </a:defRPr>
            </a:lvl1pPr>
            <a:lvl2pPr lvl="1"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2pPr>
            <a:lvl3pPr lvl="2"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3pPr>
            <a:lvl4pPr lvl="3"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4pPr>
            <a:lvl5pPr lvl="4"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5pPr>
            <a:lvl6pPr lvl="5"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6pPr>
            <a:lvl7pPr lvl="6"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7pPr>
            <a:lvl8pPr lvl="7"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8pPr>
            <a:lvl9pPr lvl="8" algn="l">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 Alt 2">
  <p:cSld name="BLANK_1_1_1_1_1_1_1_1_1_1_1_1_1_1_1_1_1_1">
    <p:spTree>
      <p:nvGrpSpPr>
        <p:cNvPr id="671" name="Shape 671"/>
        <p:cNvGrpSpPr/>
        <p:nvPr/>
      </p:nvGrpSpPr>
      <p:grpSpPr>
        <a:xfrm>
          <a:off x="0" y="0"/>
          <a:ext cx="0" cy="0"/>
          <a:chOff x="0" y="0"/>
          <a:chExt cx="0" cy="0"/>
        </a:xfrm>
      </p:grpSpPr>
      <p:sp>
        <p:nvSpPr>
          <p:cNvPr id="672" name="Google Shape;672;g39c1a85cac3_0_678"/>
          <p:cNvSpPr txBox="1"/>
          <p:nvPr>
            <p:ph idx="1" type="body"/>
          </p:nvPr>
        </p:nvSpPr>
        <p:spPr>
          <a:xfrm>
            <a:off x="2683650" y="1608600"/>
            <a:ext cx="2514600" cy="891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673" name="Google Shape;673;g39c1a85cac3_0_678"/>
          <p:cNvSpPr txBox="1"/>
          <p:nvPr>
            <p:ph idx="2" type="subTitle"/>
          </p:nvPr>
        </p:nvSpPr>
        <p:spPr>
          <a:xfrm>
            <a:off x="2666700" y="1285200"/>
            <a:ext cx="2545500" cy="323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674" name="Google Shape;674;g39c1a85cac3_0_678"/>
          <p:cNvSpPr txBox="1"/>
          <p:nvPr>
            <p:ph idx="3" type="body"/>
          </p:nvPr>
        </p:nvSpPr>
        <p:spPr>
          <a:xfrm>
            <a:off x="6483525" y="2875975"/>
            <a:ext cx="2514600" cy="9783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80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80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80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80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80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80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80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800"/>
              </a:spcBef>
              <a:spcAft>
                <a:spcPts val="800"/>
              </a:spcAft>
              <a:buClr>
                <a:schemeClr val="accent6"/>
              </a:buClr>
              <a:buSzPts val="1000"/>
              <a:buFont typeface="Instrument Sans"/>
              <a:buChar char="■"/>
              <a:defRPr>
                <a:solidFill>
                  <a:schemeClr val="accent6"/>
                </a:solidFill>
              </a:defRPr>
            </a:lvl9pPr>
          </a:lstStyle>
          <a:p/>
        </p:txBody>
      </p:sp>
      <p:sp>
        <p:nvSpPr>
          <p:cNvPr id="675" name="Google Shape;675;g39c1a85cac3_0_678"/>
          <p:cNvSpPr txBox="1"/>
          <p:nvPr>
            <p:ph type="title"/>
          </p:nvPr>
        </p:nvSpPr>
        <p:spPr>
          <a:xfrm>
            <a:off x="128875" y="234450"/>
            <a:ext cx="6354600" cy="10569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3600"/>
              <a:buNone/>
              <a:defRPr sz="3600"/>
            </a:lvl1pPr>
            <a:lvl2pPr lvl="1" algn="l">
              <a:lnSpc>
                <a:spcPct val="115000"/>
              </a:lnSpc>
              <a:spcBef>
                <a:spcPts val="0"/>
              </a:spcBef>
              <a:spcAft>
                <a:spcPts val="0"/>
              </a:spcAft>
              <a:buSzPts val="3000"/>
              <a:buNone/>
              <a:defRPr sz="3000">
                <a:latin typeface="Poppins SemiBold"/>
                <a:ea typeface="Poppins SemiBold"/>
                <a:cs typeface="Poppins SemiBold"/>
                <a:sym typeface="Poppins SemiBold"/>
              </a:defRPr>
            </a:lvl2pPr>
            <a:lvl3pPr lvl="2" algn="l">
              <a:lnSpc>
                <a:spcPct val="115000"/>
              </a:lnSpc>
              <a:spcBef>
                <a:spcPts val="0"/>
              </a:spcBef>
              <a:spcAft>
                <a:spcPts val="0"/>
              </a:spcAft>
              <a:buSzPts val="3000"/>
              <a:buNone/>
              <a:defRPr sz="3000">
                <a:latin typeface="Poppins SemiBold"/>
                <a:ea typeface="Poppins SemiBold"/>
                <a:cs typeface="Poppins SemiBold"/>
                <a:sym typeface="Poppins SemiBold"/>
              </a:defRPr>
            </a:lvl3pPr>
            <a:lvl4pPr lvl="3" algn="l">
              <a:lnSpc>
                <a:spcPct val="115000"/>
              </a:lnSpc>
              <a:spcBef>
                <a:spcPts val="0"/>
              </a:spcBef>
              <a:spcAft>
                <a:spcPts val="0"/>
              </a:spcAft>
              <a:buSzPts val="3000"/>
              <a:buNone/>
              <a:defRPr sz="3000">
                <a:latin typeface="Poppins SemiBold"/>
                <a:ea typeface="Poppins SemiBold"/>
                <a:cs typeface="Poppins SemiBold"/>
                <a:sym typeface="Poppins SemiBold"/>
              </a:defRPr>
            </a:lvl4pPr>
            <a:lvl5pPr lvl="4" algn="l">
              <a:lnSpc>
                <a:spcPct val="115000"/>
              </a:lnSpc>
              <a:spcBef>
                <a:spcPts val="0"/>
              </a:spcBef>
              <a:spcAft>
                <a:spcPts val="0"/>
              </a:spcAft>
              <a:buSzPts val="3000"/>
              <a:buNone/>
              <a:defRPr sz="3000">
                <a:latin typeface="Poppins SemiBold"/>
                <a:ea typeface="Poppins SemiBold"/>
                <a:cs typeface="Poppins SemiBold"/>
                <a:sym typeface="Poppins SemiBold"/>
              </a:defRPr>
            </a:lvl5pPr>
            <a:lvl6pPr lvl="5" algn="l">
              <a:lnSpc>
                <a:spcPct val="115000"/>
              </a:lnSpc>
              <a:spcBef>
                <a:spcPts val="0"/>
              </a:spcBef>
              <a:spcAft>
                <a:spcPts val="0"/>
              </a:spcAft>
              <a:buSzPts val="3000"/>
              <a:buNone/>
              <a:defRPr sz="3000">
                <a:latin typeface="Poppins SemiBold"/>
                <a:ea typeface="Poppins SemiBold"/>
                <a:cs typeface="Poppins SemiBold"/>
                <a:sym typeface="Poppins SemiBold"/>
              </a:defRPr>
            </a:lvl6pPr>
            <a:lvl7pPr lvl="6" algn="l">
              <a:lnSpc>
                <a:spcPct val="115000"/>
              </a:lnSpc>
              <a:spcBef>
                <a:spcPts val="0"/>
              </a:spcBef>
              <a:spcAft>
                <a:spcPts val="0"/>
              </a:spcAft>
              <a:buSzPts val="3000"/>
              <a:buNone/>
              <a:defRPr sz="3000">
                <a:latin typeface="Poppins SemiBold"/>
                <a:ea typeface="Poppins SemiBold"/>
                <a:cs typeface="Poppins SemiBold"/>
                <a:sym typeface="Poppins SemiBold"/>
              </a:defRPr>
            </a:lvl7pPr>
            <a:lvl8pPr lvl="7" algn="l">
              <a:lnSpc>
                <a:spcPct val="115000"/>
              </a:lnSpc>
              <a:spcBef>
                <a:spcPts val="0"/>
              </a:spcBef>
              <a:spcAft>
                <a:spcPts val="0"/>
              </a:spcAft>
              <a:buSzPts val="3000"/>
              <a:buNone/>
              <a:defRPr sz="3000">
                <a:latin typeface="Poppins SemiBold"/>
                <a:ea typeface="Poppins SemiBold"/>
                <a:cs typeface="Poppins SemiBold"/>
                <a:sym typeface="Poppins SemiBold"/>
              </a:defRPr>
            </a:lvl8pPr>
            <a:lvl9pPr lvl="8" algn="l">
              <a:lnSpc>
                <a:spcPct val="115000"/>
              </a:lnSpc>
              <a:spcBef>
                <a:spcPts val="0"/>
              </a:spcBef>
              <a:spcAft>
                <a:spcPts val="0"/>
              </a:spcAft>
              <a:buSzPts val="3000"/>
              <a:buNone/>
              <a:defRPr sz="3000">
                <a:latin typeface="Poppins SemiBold"/>
                <a:ea typeface="Poppins SemiBold"/>
                <a:cs typeface="Poppins SemiBold"/>
                <a:sym typeface="Poppins SemiBold"/>
              </a:defRPr>
            </a:lvl9pPr>
          </a:lstStyle>
          <a:p/>
        </p:txBody>
      </p:sp>
      <p:sp>
        <p:nvSpPr>
          <p:cNvPr id="676" name="Google Shape;676;g39c1a85cac3_0_678"/>
          <p:cNvSpPr txBox="1"/>
          <p:nvPr>
            <p:ph idx="4" type="body"/>
          </p:nvPr>
        </p:nvSpPr>
        <p:spPr>
          <a:xfrm>
            <a:off x="2671425" y="4165300"/>
            <a:ext cx="2545500" cy="891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677" name="Google Shape;677;g39c1a85cac3_0_678"/>
          <p:cNvSpPr txBox="1"/>
          <p:nvPr>
            <p:ph idx="5" type="subTitle"/>
          </p:nvPr>
        </p:nvSpPr>
        <p:spPr>
          <a:xfrm>
            <a:off x="2665813" y="3858100"/>
            <a:ext cx="2545500" cy="296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2pPr>
            <a:lvl3pPr lvl="2"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3pPr>
            <a:lvl4pPr lvl="3"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4pPr>
            <a:lvl5pPr lvl="4"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5pPr>
            <a:lvl6pPr lvl="5"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6pPr>
            <a:lvl7pPr lvl="6"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7pPr>
            <a:lvl8pPr lvl="7"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8pPr>
            <a:lvl9pPr lvl="8"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9pPr>
          </a:lstStyle>
          <a:p/>
        </p:txBody>
      </p:sp>
      <p:sp>
        <p:nvSpPr>
          <p:cNvPr id="678" name="Google Shape;678;g39c1a85cac3_0_678"/>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cxnSp>
        <p:nvCxnSpPr>
          <p:cNvPr id="679" name="Google Shape;679;g39c1a85cac3_0_678"/>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680" name="Google Shape;680;g39c1a85cac3_0_678"/>
          <p:cNvCxnSpPr/>
          <p:nvPr/>
        </p:nvCxnSpPr>
        <p:spPr>
          <a:xfrm>
            <a:off x="9023250" y="1200"/>
            <a:ext cx="0" cy="5143500"/>
          </a:xfrm>
          <a:prstGeom prst="straightConnector1">
            <a:avLst/>
          </a:prstGeom>
          <a:noFill/>
          <a:ln cap="flat" cmpd="sng" w="9525">
            <a:solidFill>
              <a:schemeClr val="accent3"/>
            </a:solidFill>
            <a:prstDash val="solid"/>
            <a:round/>
            <a:headEnd len="sm" w="sm" type="none"/>
            <a:tailEnd len="sm" w="sm" type="none"/>
          </a:ln>
        </p:spPr>
      </p:cxnSp>
      <p:sp>
        <p:nvSpPr>
          <p:cNvPr id="681" name="Google Shape;681;g39c1a85cac3_0_678"/>
          <p:cNvSpPr txBox="1"/>
          <p:nvPr>
            <p:ph idx="6" type="subTitle"/>
          </p:nvPr>
        </p:nvSpPr>
        <p:spPr>
          <a:xfrm>
            <a:off x="6479375" y="2579575"/>
            <a:ext cx="2545500" cy="296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2pPr>
            <a:lvl3pPr lvl="2"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3pPr>
            <a:lvl4pPr lvl="3"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4pPr>
            <a:lvl5pPr lvl="4"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5pPr>
            <a:lvl6pPr lvl="5"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6pPr>
            <a:lvl7pPr lvl="6"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7pPr>
            <a:lvl8pPr lvl="7"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8pPr>
            <a:lvl9pPr lvl="8"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 Alt 1">
  <p:cSld name="BLANK_1_1_1_1_1_1_1_1_1_1_1_1_1_1_1_1_1_1_2">
    <p:spTree>
      <p:nvGrpSpPr>
        <p:cNvPr id="682" name="Shape 682"/>
        <p:cNvGrpSpPr/>
        <p:nvPr/>
      </p:nvGrpSpPr>
      <p:grpSpPr>
        <a:xfrm>
          <a:off x="0" y="0"/>
          <a:ext cx="0" cy="0"/>
          <a:chOff x="0" y="0"/>
          <a:chExt cx="0" cy="0"/>
        </a:xfrm>
      </p:grpSpPr>
      <p:sp>
        <p:nvSpPr>
          <p:cNvPr id="683" name="Google Shape;683;g39c1a85cac3_0_689"/>
          <p:cNvSpPr txBox="1"/>
          <p:nvPr>
            <p:ph idx="1" type="body"/>
          </p:nvPr>
        </p:nvSpPr>
        <p:spPr>
          <a:xfrm>
            <a:off x="2683650" y="1608600"/>
            <a:ext cx="2514600" cy="891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684" name="Google Shape;684;g39c1a85cac3_0_689"/>
          <p:cNvSpPr txBox="1"/>
          <p:nvPr>
            <p:ph idx="2" type="subTitle"/>
          </p:nvPr>
        </p:nvSpPr>
        <p:spPr>
          <a:xfrm>
            <a:off x="2666700" y="1285200"/>
            <a:ext cx="2545500" cy="323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685" name="Google Shape;685;g39c1a85cac3_0_689"/>
          <p:cNvSpPr txBox="1"/>
          <p:nvPr>
            <p:ph idx="3" type="subTitle"/>
          </p:nvPr>
        </p:nvSpPr>
        <p:spPr>
          <a:xfrm>
            <a:off x="2665813" y="3858100"/>
            <a:ext cx="2545500" cy="296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2pPr>
            <a:lvl3pPr lvl="2"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3pPr>
            <a:lvl4pPr lvl="3"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4pPr>
            <a:lvl5pPr lvl="4"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5pPr>
            <a:lvl6pPr lvl="5"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6pPr>
            <a:lvl7pPr lvl="6"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7pPr>
            <a:lvl8pPr lvl="7"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8pPr>
            <a:lvl9pPr lvl="8"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9pPr>
          </a:lstStyle>
          <a:p/>
        </p:txBody>
      </p:sp>
      <p:sp>
        <p:nvSpPr>
          <p:cNvPr id="686" name="Google Shape;686;g39c1a85cac3_0_689"/>
          <p:cNvSpPr txBox="1"/>
          <p:nvPr>
            <p:ph idx="4" type="body"/>
          </p:nvPr>
        </p:nvSpPr>
        <p:spPr>
          <a:xfrm>
            <a:off x="6483525" y="2875975"/>
            <a:ext cx="2514600" cy="9783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80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80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80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80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80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80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80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800"/>
              </a:spcBef>
              <a:spcAft>
                <a:spcPts val="800"/>
              </a:spcAft>
              <a:buClr>
                <a:schemeClr val="accent6"/>
              </a:buClr>
              <a:buSzPts val="1000"/>
              <a:buFont typeface="Instrument Sans"/>
              <a:buChar char="■"/>
              <a:defRPr>
                <a:solidFill>
                  <a:schemeClr val="accent6"/>
                </a:solidFill>
              </a:defRPr>
            </a:lvl9pPr>
          </a:lstStyle>
          <a:p/>
        </p:txBody>
      </p:sp>
      <p:sp>
        <p:nvSpPr>
          <p:cNvPr id="687" name="Google Shape;687;g39c1a85cac3_0_689"/>
          <p:cNvSpPr/>
          <p:nvPr>
            <p:ph idx="5" type="pic"/>
          </p:nvPr>
        </p:nvSpPr>
        <p:spPr>
          <a:xfrm>
            <a:off x="128875" y="3858100"/>
            <a:ext cx="1270500" cy="1285500"/>
          </a:xfrm>
          <a:prstGeom prst="rect">
            <a:avLst/>
          </a:prstGeom>
          <a:noFill/>
          <a:ln>
            <a:noFill/>
          </a:ln>
        </p:spPr>
      </p:sp>
      <p:sp>
        <p:nvSpPr>
          <p:cNvPr id="688" name="Google Shape;688;g39c1a85cac3_0_689"/>
          <p:cNvSpPr/>
          <p:nvPr>
            <p:ph idx="6" type="pic"/>
          </p:nvPr>
        </p:nvSpPr>
        <p:spPr>
          <a:xfrm>
            <a:off x="128875" y="1291350"/>
            <a:ext cx="1270500" cy="1285500"/>
          </a:xfrm>
          <a:prstGeom prst="rect">
            <a:avLst/>
          </a:prstGeom>
          <a:noFill/>
          <a:ln>
            <a:noFill/>
          </a:ln>
        </p:spPr>
      </p:sp>
      <p:sp>
        <p:nvSpPr>
          <p:cNvPr id="689" name="Google Shape;689;g39c1a85cac3_0_689"/>
          <p:cNvSpPr/>
          <p:nvPr>
            <p:ph idx="7" type="pic"/>
          </p:nvPr>
        </p:nvSpPr>
        <p:spPr>
          <a:xfrm>
            <a:off x="3936325" y="2583600"/>
            <a:ext cx="1270500" cy="1274400"/>
          </a:xfrm>
          <a:prstGeom prst="rect">
            <a:avLst/>
          </a:prstGeom>
          <a:noFill/>
          <a:ln>
            <a:noFill/>
          </a:ln>
        </p:spPr>
      </p:sp>
      <p:sp>
        <p:nvSpPr>
          <p:cNvPr id="690" name="Google Shape;690;g39c1a85cac3_0_689"/>
          <p:cNvSpPr txBox="1"/>
          <p:nvPr>
            <p:ph type="title"/>
          </p:nvPr>
        </p:nvSpPr>
        <p:spPr>
          <a:xfrm>
            <a:off x="128875" y="234450"/>
            <a:ext cx="3810000" cy="10569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3600"/>
              <a:buNone/>
              <a:defRPr sz="3600"/>
            </a:lvl1pPr>
            <a:lvl2pPr lvl="1" algn="l">
              <a:lnSpc>
                <a:spcPct val="115000"/>
              </a:lnSpc>
              <a:spcBef>
                <a:spcPts val="0"/>
              </a:spcBef>
              <a:spcAft>
                <a:spcPts val="0"/>
              </a:spcAft>
              <a:buSzPts val="3000"/>
              <a:buNone/>
              <a:defRPr sz="3000">
                <a:latin typeface="Poppins SemiBold"/>
                <a:ea typeface="Poppins SemiBold"/>
                <a:cs typeface="Poppins SemiBold"/>
                <a:sym typeface="Poppins SemiBold"/>
              </a:defRPr>
            </a:lvl2pPr>
            <a:lvl3pPr lvl="2" algn="l">
              <a:lnSpc>
                <a:spcPct val="115000"/>
              </a:lnSpc>
              <a:spcBef>
                <a:spcPts val="0"/>
              </a:spcBef>
              <a:spcAft>
                <a:spcPts val="0"/>
              </a:spcAft>
              <a:buSzPts val="3000"/>
              <a:buNone/>
              <a:defRPr sz="3000">
                <a:latin typeface="Poppins SemiBold"/>
                <a:ea typeface="Poppins SemiBold"/>
                <a:cs typeface="Poppins SemiBold"/>
                <a:sym typeface="Poppins SemiBold"/>
              </a:defRPr>
            </a:lvl3pPr>
            <a:lvl4pPr lvl="3" algn="l">
              <a:lnSpc>
                <a:spcPct val="115000"/>
              </a:lnSpc>
              <a:spcBef>
                <a:spcPts val="0"/>
              </a:spcBef>
              <a:spcAft>
                <a:spcPts val="0"/>
              </a:spcAft>
              <a:buSzPts val="3000"/>
              <a:buNone/>
              <a:defRPr sz="3000">
                <a:latin typeface="Poppins SemiBold"/>
                <a:ea typeface="Poppins SemiBold"/>
                <a:cs typeface="Poppins SemiBold"/>
                <a:sym typeface="Poppins SemiBold"/>
              </a:defRPr>
            </a:lvl4pPr>
            <a:lvl5pPr lvl="4" algn="l">
              <a:lnSpc>
                <a:spcPct val="115000"/>
              </a:lnSpc>
              <a:spcBef>
                <a:spcPts val="0"/>
              </a:spcBef>
              <a:spcAft>
                <a:spcPts val="0"/>
              </a:spcAft>
              <a:buSzPts val="3000"/>
              <a:buNone/>
              <a:defRPr sz="3000">
                <a:latin typeface="Poppins SemiBold"/>
                <a:ea typeface="Poppins SemiBold"/>
                <a:cs typeface="Poppins SemiBold"/>
                <a:sym typeface="Poppins SemiBold"/>
              </a:defRPr>
            </a:lvl5pPr>
            <a:lvl6pPr lvl="5" algn="l">
              <a:lnSpc>
                <a:spcPct val="115000"/>
              </a:lnSpc>
              <a:spcBef>
                <a:spcPts val="0"/>
              </a:spcBef>
              <a:spcAft>
                <a:spcPts val="0"/>
              </a:spcAft>
              <a:buSzPts val="3000"/>
              <a:buNone/>
              <a:defRPr sz="3000">
                <a:latin typeface="Poppins SemiBold"/>
                <a:ea typeface="Poppins SemiBold"/>
                <a:cs typeface="Poppins SemiBold"/>
                <a:sym typeface="Poppins SemiBold"/>
              </a:defRPr>
            </a:lvl6pPr>
            <a:lvl7pPr lvl="6" algn="l">
              <a:lnSpc>
                <a:spcPct val="115000"/>
              </a:lnSpc>
              <a:spcBef>
                <a:spcPts val="0"/>
              </a:spcBef>
              <a:spcAft>
                <a:spcPts val="0"/>
              </a:spcAft>
              <a:buSzPts val="3000"/>
              <a:buNone/>
              <a:defRPr sz="3000">
                <a:latin typeface="Poppins SemiBold"/>
                <a:ea typeface="Poppins SemiBold"/>
                <a:cs typeface="Poppins SemiBold"/>
                <a:sym typeface="Poppins SemiBold"/>
              </a:defRPr>
            </a:lvl7pPr>
            <a:lvl8pPr lvl="7" algn="l">
              <a:lnSpc>
                <a:spcPct val="115000"/>
              </a:lnSpc>
              <a:spcBef>
                <a:spcPts val="0"/>
              </a:spcBef>
              <a:spcAft>
                <a:spcPts val="0"/>
              </a:spcAft>
              <a:buSzPts val="3000"/>
              <a:buNone/>
              <a:defRPr sz="3000">
                <a:latin typeface="Poppins SemiBold"/>
                <a:ea typeface="Poppins SemiBold"/>
                <a:cs typeface="Poppins SemiBold"/>
                <a:sym typeface="Poppins SemiBold"/>
              </a:defRPr>
            </a:lvl8pPr>
            <a:lvl9pPr lvl="8" algn="l">
              <a:lnSpc>
                <a:spcPct val="115000"/>
              </a:lnSpc>
              <a:spcBef>
                <a:spcPts val="0"/>
              </a:spcBef>
              <a:spcAft>
                <a:spcPts val="0"/>
              </a:spcAft>
              <a:buSzPts val="3000"/>
              <a:buNone/>
              <a:defRPr sz="3000">
                <a:latin typeface="Poppins SemiBold"/>
                <a:ea typeface="Poppins SemiBold"/>
                <a:cs typeface="Poppins SemiBold"/>
                <a:sym typeface="Poppins SemiBold"/>
              </a:defRPr>
            </a:lvl9pPr>
          </a:lstStyle>
          <a:p/>
        </p:txBody>
      </p:sp>
      <p:sp>
        <p:nvSpPr>
          <p:cNvPr id="691" name="Google Shape;691;g39c1a85cac3_0_689"/>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cxnSp>
        <p:nvCxnSpPr>
          <p:cNvPr id="692" name="Google Shape;692;g39c1a85cac3_0_689"/>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693" name="Google Shape;693;g39c1a85cac3_0_689"/>
          <p:cNvCxnSpPr/>
          <p:nvPr/>
        </p:nvCxnSpPr>
        <p:spPr>
          <a:xfrm>
            <a:off x="9023250" y="1200"/>
            <a:ext cx="0" cy="5143500"/>
          </a:xfrm>
          <a:prstGeom prst="straightConnector1">
            <a:avLst/>
          </a:prstGeom>
          <a:noFill/>
          <a:ln cap="flat" cmpd="sng" w="9525">
            <a:solidFill>
              <a:schemeClr val="accent3"/>
            </a:solidFill>
            <a:prstDash val="solid"/>
            <a:round/>
            <a:headEnd len="sm" w="sm" type="none"/>
            <a:tailEnd len="sm" w="sm" type="none"/>
          </a:ln>
        </p:spPr>
      </p:cxnSp>
      <p:sp>
        <p:nvSpPr>
          <p:cNvPr id="694" name="Google Shape;694;g39c1a85cac3_0_689"/>
          <p:cNvSpPr txBox="1"/>
          <p:nvPr>
            <p:ph idx="8" type="subTitle"/>
          </p:nvPr>
        </p:nvSpPr>
        <p:spPr>
          <a:xfrm>
            <a:off x="3940150" y="234450"/>
            <a:ext cx="4860300" cy="6051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9pPr>
          </a:lstStyle>
          <a:p/>
        </p:txBody>
      </p:sp>
      <p:sp>
        <p:nvSpPr>
          <p:cNvPr id="695" name="Google Shape;695;g39c1a85cac3_0_689"/>
          <p:cNvSpPr txBox="1"/>
          <p:nvPr>
            <p:ph idx="9" type="body"/>
          </p:nvPr>
        </p:nvSpPr>
        <p:spPr>
          <a:xfrm>
            <a:off x="2671425" y="4165300"/>
            <a:ext cx="2545500" cy="891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696" name="Google Shape;696;g39c1a85cac3_0_689"/>
          <p:cNvSpPr txBox="1"/>
          <p:nvPr>
            <p:ph idx="13" type="subTitle"/>
          </p:nvPr>
        </p:nvSpPr>
        <p:spPr>
          <a:xfrm>
            <a:off x="6479375" y="2579575"/>
            <a:ext cx="2545500" cy="296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2pPr>
            <a:lvl3pPr lvl="2"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3pPr>
            <a:lvl4pPr lvl="3"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4pPr>
            <a:lvl5pPr lvl="4"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5pPr>
            <a:lvl6pPr lvl="5"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6pPr>
            <a:lvl7pPr lvl="6"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7pPr>
            <a:lvl8pPr lvl="7"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8pPr>
            <a:lvl9pPr lvl="8" algn="l">
              <a:lnSpc>
                <a:spcPct val="115000"/>
              </a:lnSpc>
              <a:spcBef>
                <a:spcPts val="0"/>
              </a:spcBef>
              <a:spcAft>
                <a:spcPts val="0"/>
              </a:spcAft>
              <a:buSzPts val="1400"/>
              <a:buFont typeface="Instrument Sans"/>
              <a:buNone/>
              <a:defRPr>
                <a:latin typeface="Instrument Sans"/>
                <a:ea typeface="Instrument Sans"/>
                <a:cs typeface="Instrument Sans"/>
                <a:sym typeface="Instrument Sans"/>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CUSTOM">
    <p:spTree>
      <p:nvGrpSpPr>
        <p:cNvPr id="697" name="Shape 697"/>
        <p:cNvGrpSpPr/>
        <p:nvPr/>
      </p:nvGrpSpPr>
      <p:grpSpPr>
        <a:xfrm>
          <a:off x="0" y="0"/>
          <a:ext cx="0" cy="0"/>
          <a:chOff x="0" y="0"/>
          <a:chExt cx="0" cy="0"/>
        </a:xfrm>
      </p:grpSpPr>
      <p:pic>
        <p:nvPicPr>
          <p:cNvPr id="698" name="Google Shape;698;g39c1a85cac3_0_704"/>
          <p:cNvPicPr preferRelativeResize="0"/>
          <p:nvPr/>
        </p:nvPicPr>
        <p:blipFill rotWithShape="1">
          <a:blip r:embed="rId2">
            <a:alphaModFix/>
          </a:blip>
          <a:srcRect b="0" l="0" r="0" t="0"/>
          <a:stretch/>
        </p:blipFill>
        <p:spPr>
          <a:xfrm rot="10800000">
            <a:off x="7747525" y="-6725"/>
            <a:ext cx="1265400" cy="1293000"/>
          </a:xfrm>
          <a:prstGeom prst="rect">
            <a:avLst/>
          </a:prstGeom>
          <a:noFill/>
          <a:ln>
            <a:noFill/>
          </a:ln>
        </p:spPr>
      </p:pic>
      <p:sp>
        <p:nvSpPr>
          <p:cNvPr id="699" name="Google Shape;699;g39c1a85cac3_0_704"/>
          <p:cNvSpPr txBox="1"/>
          <p:nvPr>
            <p:ph idx="1" type="body"/>
          </p:nvPr>
        </p:nvSpPr>
        <p:spPr>
          <a:xfrm>
            <a:off x="134175" y="2591900"/>
            <a:ext cx="1259400" cy="1056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b="1"/>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700" name="Google Shape;700;g39c1a85cac3_0_704"/>
          <p:cNvSpPr txBox="1"/>
          <p:nvPr>
            <p:ph idx="2" type="body"/>
          </p:nvPr>
        </p:nvSpPr>
        <p:spPr>
          <a:xfrm>
            <a:off x="1401350" y="3858800"/>
            <a:ext cx="1266300" cy="1056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b="1"/>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800"/>
              </a:spcBef>
              <a:spcAft>
                <a:spcPts val="0"/>
              </a:spcAft>
              <a:buClr>
                <a:schemeClr val="lt1"/>
              </a:buClr>
              <a:buSzPts val="1000"/>
              <a:buFont typeface="Instrument Sans"/>
              <a:buChar char="■"/>
              <a:defRPr/>
            </a:lvl3pPr>
            <a:lvl4pPr indent="-292100" lvl="3" marL="1828800" algn="l">
              <a:lnSpc>
                <a:spcPct val="115000"/>
              </a:lnSpc>
              <a:spcBef>
                <a:spcPts val="800"/>
              </a:spcBef>
              <a:spcAft>
                <a:spcPts val="0"/>
              </a:spcAft>
              <a:buClr>
                <a:schemeClr val="lt1"/>
              </a:buClr>
              <a:buSzPts val="1000"/>
              <a:buFont typeface="Instrument Sans"/>
              <a:buChar char="●"/>
              <a:defRPr/>
            </a:lvl4pPr>
            <a:lvl5pPr indent="-292100" lvl="4" marL="2286000" algn="l">
              <a:lnSpc>
                <a:spcPct val="115000"/>
              </a:lnSpc>
              <a:spcBef>
                <a:spcPts val="800"/>
              </a:spcBef>
              <a:spcAft>
                <a:spcPts val="0"/>
              </a:spcAft>
              <a:buClr>
                <a:schemeClr val="lt1"/>
              </a:buClr>
              <a:buSzPts val="1000"/>
              <a:buFont typeface="Instrument Sans"/>
              <a:buChar char="○"/>
              <a:defRPr/>
            </a:lvl5pPr>
            <a:lvl6pPr indent="-292100" lvl="5" marL="2743200" algn="l">
              <a:lnSpc>
                <a:spcPct val="115000"/>
              </a:lnSpc>
              <a:spcBef>
                <a:spcPts val="800"/>
              </a:spcBef>
              <a:spcAft>
                <a:spcPts val="0"/>
              </a:spcAft>
              <a:buClr>
                <a:schemeClr val="lt1"/>
              </a:buClr>
              <a:buSzPts val="1000"/>
              <a:buFont typeface="Instrument Sans"/>
              <a:buChar char="■"/>
              <a:defRPr/>
            </a:lvl6pPr>
            <a:lvl7pPr indent="-292100" lvl="6" marL="3200400" algn="l">
              <a:lnSpc>
                <a:spcPct val="115000"/>
              </a:lnSpc>
              <a:spcBef>
                <a:spcPts val="800"/>
              </a:spcBef>
              <a:spcAft>
                <a:spcPts val="0"/>
              </a:spcAft>
              <a:buClr>
                <a:schemeClr val="lt1"/>
              </a:buClr>
              <a:buSzPts val="1000"/>
              <a:buFont typeface="Instrument Sans"/>
              <a:buChar char="●"/>
              <a:defRPr/>
            </a:lvl7pPr>
            <a:lvl8pPr indent="-292100" lvl="7" marL="3657600" algn="l">
              <a:lnSpc>
                <a:spcPct val="115000"/>
              </a:lnSpc>
              <a:spcBef>
                <a:spcPts val="800"/>
              </a:spcBef>
              <a:spcAft>
                <a:spcPts val="0"/>
              </a:spcAft>
              <a:buClr>
                <a:schemeClr val="lt1"/>
              </a:buClr>
              <a:buSzPts val="1000"/>
              <a:buFont typeface="Instrument Sans"/>
              <a:buChar char="○"/>
              <a:defRPr/>
            </a:lvl8pPr>
            <a:lvl9pPr indent="-292100" lvl="8" marL="4114800" algn="l">
              <a:lnSpc>
                <a:spcPct val="115000"/>
              </a:lnSpc>
              <a:spcBef>
                <a:spcPts val="800"/>
              </a:spcBef>
              <a:spcAft>
                <a:spcPts val="800"/>
              </a:spcAft>
              <a:buClr>
                <a:schemeClr val="lt1"/>
              </a:buClr>
              <a:buSzPts val="1000"/>
              <a:buFont typeface="Instrument Sans"/>
              <a:buChar char="■"/>
              <a:defRPr/>
            </a:lvl9pPr>
          </a:lstStyle>
          <a:p/>
        </p:txBody>
      </p:sp>
      <p:sp>
        <p:nvSpPr>
          <p:cNvPr id="701" name="Google Shape;701;g39c1a85cac3_0_704"/>
          <p:cNvSpPr txBox="1"/>
          <p:nvPr>
            <p:ph idx="3" type="body"/>
          </p:nvPr>
        </p:nvSpPr>
        <p:spPr>
          <a:xfrm>
            <a:off x="2664024" y="2585275"/>
            <a:ext cx="1256400" cy="1056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b="1"/>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702" name="Google Shape;702;g39c1a85cac3_0_704"/>
          <p:cNvSpPr txBox="1"/>
          <p:nvPr>
            <p:ph idx="4" type="body"/>
          </p:nvPr>
        </p:nvSpPr>
        <p:spPr>
          <a:xfrm>
            <a:off x="3942325" y="3858800"/>
            <a:ext cx="1266300" cy="1056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b="1"/>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703" name="Google Shape;703;g39c1a85cac3_0_704"/>
          <p:cNvSpPr txBox="1"/>
          <p:nvPr>
            <p:ph idx="5" type="body"/>
          </p:nvPr>
        </p:nvSpPr>
        <p:spPr>
          <a:xfrm>
            <a:off x="5215125" y="2585275"/>
            <a:ext cx="1264200" cy="1056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b="1"/>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704" name="Google Shape;704;g39c1a85cac3_0_704"/>
          <p:cNvSpPr txBox="1"/>
          <p:nvPr>
            <p:ph idx="6" type="body"/>
          </p:nvPr>
        </p:nvSpPr>
        <p:spPr>
          <a:xfrm>
            <a:off x="6484050" y="3858800"/>
            <a:ext cx="1266300" cy="10560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b="1"/>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705" name="Google Shape;705;g39c1a85cac3_0_704"/>
          <p:cNvSpPr/>
          <p:nvPr>
            <p:ph idx="7" type="pic"/>
          </p:nvPr>
        </p:nvSpPr>
        <p:spPr>
          <a:xfrm>
            <a:off x="1405975" y="2584850"/>
            <a:ext cx="1259400" cy="1270500"/>
          </a:xfrm>
          <a:prstGeom prst="rect">
            <a:avLst/>
          </a:prstGeom>
          <a:noFill/>
          <a:ln>
            <a:noFill/>
          </a:ln>
        </p:spPr>
      </p:sp>
      <p:sp>
        <p:nvSpPr>
          <p:cNvPr id="706" name="Google Shape;706;g39c1a85cac3_0_704"/>
          <p:cNvSpPr/>
          <p:nvPr>
            <p:ph idx="8" type="pic"/>
          </p:nvPr>
        </p:nvSpPr>
        <p:spPr>
          <a:xfrm>
            <a:off x="2672775" y="1298150"/>
            <a:ext cx="1264200" cy="1275600"/>
          </a:xfrm>
          <a:prstGeom prst="rect">
            <a:avLst/>
          </a:prstGeom>
          <a:noFill/>
          <a:ln>
            <a:noFill/>
          </a:ln>
        </p:spPr>
      </p:sp>
      <p:sp>
        <p:nvSpPr>
          <p:cNvPr id="707" name="Google Shape;707;g39c1a85cac3_0_704"/>
          <p:cNvSpPr/>
          <p:nvPr>
            <p:ph idx="9" type="pic"/>
          </p:nvPr>
        </p:nvSpPr>
        <p:spPr>
          <a:xfrm>
            <a:off x="134175" y="1297300"/>
            <a:ext cx="1256700" cy="1275300"/>
          </a:xfrm>
          <a:prstGeom prst="rect">
            <a:avLst/>
          </a:prstGeom>
          <a:noFill/>
          <a:ln>
            <a:noFill/>
          </a:ln>
        </p:spPr>
      </p:sp>
      <p:sp>
        <p:nvSpPr>
          <p:cNvPr id="708" name="Google Shape;708;g39c1a85cac3_0_704"/>
          <p:cNvSpPr/>
          <p:nvPr>
            <p:ph idx="13" type="pic"/>
          </p:nvPr>
        </p:nvSpPr>
        <p:spPr>
          <a:xfrm>
            <a:off x="3944650" y="2583775"/>
            <a:ext cx="1261200" cy="1270800"/>
          </a:xfrm>
          <a:prstGeom prst="rect">
            <a:avLst/>
          </a:prstGeom>
          <a:noFill/>
          <a:ln>
            <a:noFill/>
          </a:ln>
        </p:spPr>
      </p:sp>
      <p:sp>
        <p:nvSpPr>
          <p:cNvPr id="709" name="Google Shape;709;g39c1a85cac3_0_704"/>
          <p:cNvSpPr/>
          <p:nvPr>
            <p:ph idx="14" type="pic"/>
          </p:nvPr>
        </p:nvSpPr>
        <p:spPr>
          <a:xfrm>
            <a:off x="5218725" y="1297675"/>
            <a:ext cx="1256400" cy="1276200"/>
          </a:xfrm>
          <a:prstGeom prst="rect">
            <a:avLst/>
          </a:prstGeom>
          <a:noFill/>
          <a:ln>
            <a:noFill/>
          </a:ln>
        </p:spPr>
      </p:sp>
      <p:sp>
        <p:nvSpPr>
          <p:cNvPr id="710" name="Google Shape;710;g39c1a85cac3_0_704"/>
          <p:cNvSpPr/>
          <p:nvPr>
            <p:ph idx="15" type="pic"/>
          </p:nvPr>
        </p:nvSpPr>
        <p:spPr>
          <a:xfrm>
            <a:off x="6488125" y="2584850"/>
            <a:ext cx="1259400" cy="1274100"/>
          </a:xfrm>
          <a:prstGeom prst="rect">
            <a:avLst/>
          </a:prstGeom>
          <a:noFill/>
          <a:ln>
            <a:noFill/>
          </a:ln>
        </p:spPr>
      </p:sp>
      <p:sp>
        <p:nvSpPr>
          <p:cNvPr id="711" name="Google Shape;711;g39c1a85cac3_0_704"/>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12" name="Google Shape;712;g39c1a85cac3_0_704"/>
          <p:cNvSpPr txBox="1"/>
          <p:nvPr>
            <p:ph idx="16"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13" name="Google Shape;713;g39c1a85cac3_0_704"/>
          <p:cNvSpPr txBox="1"/>
          <p:nvPr>
            <p:ph type="title"/>
          </p:nvPr>
        </p:nvSpPr>
        <p:spPr>
          <a:xfrm>
            <a:off x="133575" y="228600"/>
            <a:ext cx="6338400" cy="1056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3600"/>
              <a:buFont typeface="Poppins"/>
              <a:buNone/>
              <a:defRPr sz="36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714" name="Google Shape;714;g39c1a85cac3_0_704"/>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715" name="Google Shape;715;g39c1a85cac3_0_704"/>
          <p:cNvCxnSpPr/>
          <p:nvPr/>
        </p:nvCxnSpPr>
        <p:spPr>
          <a:xfrm>
            <a:off x="9023250" y="0"/>
            <a:ext cx="0" cy="5144700"/>
          </a:xfrm>
          <a:prstGeom prst="straightConnector1">
            <a:avLst/>
          </a:prstGeom>
          <a:noFill/>
          <a:ln cap="flat" cmpd="sng" w="9525">
            <a:solidFill>
              <a:schemeClr val="accent3"/>
            </a:solidFill>
            <a:prstDash val="solid"/>
            <a:round/>
            <a:headEnd len="sm" w="sm" type="none"/>
            <a:tailEnd len="sm" w="sm" type="none"/>
          </a:ln>
        </p:spPr>
      </p:cxn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CUSTOM_1">
    <p:spTree>
      <p:nvGrpSpPr>
        <p:cNvPr id="716" name="Shape 716"/>
        <p:cNvGrpSpPr/>
        <p:nvPr/>
      </p:nvGrpSpPr>
      <p:grpSpPr>
        <a:xfrm>
          <a:off x="0" y="0"/>
          <a:ext cx="0" cy="0"/>
          <a:chOff x="0" y="0"/>
          <a:chExt cx="0" cy="0"/>
        </a:xfrm>
      </p:grpSpPr>
      <p:sp>
        <p:nvSpPr>
          <p:cNvPr id="717" name="Google Shape;717;g39c1a85cac3_0_723"/>
          <p:cNvSpPr txBox="1"/>
          <p:nvPr>
            <p:ph idx="1" type="body"/>
          </p:nvPr>
        </p:nvSpPr>
        <p:spPr>
          <a:xfrm>
            <a:off x="2673138" y="3158400"/>
            <a:ext cx="1265100" cy="1736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718" name="Google Shape;718;g39c1a85cac3_0_723"/>
          <p:cNvSpPr txBox="1"/>
          <p:nvPr>
            <p:ph idx="2" type="body"/>
          </p:nvPr>
        </p:nvSpPr>
        <p:spPr>
          <a:xfrm>
            <a:off x="7749888" y="3160525"/>
            <a:ext cx="1265100" cy="1736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719" name="Google Shape;719;g39c1a85cac3_0_723"/>
          <p:cNvSpPr txBox="1"/>
          <p:nvPr>
            <p:ph idx="3" type="subTitle"/>
          </p:nvPr>
        </p:nvSpPr>
        <p:spPr>
          <a:xfrm>
            <a:off x="7754025" y="2583925"/>
            <a:ext cx="1265100" cy="320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000"/>
              <a:buNone/>
              <a:defRPr b="1" sz="10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720" name="Google Shape;720;g39c1a85cac3_0_723"/>
          <p:cNvSpPr txBox="1"/>
          <p:nvPr>
            <p:ph idx="4" type="body"/>
          </p:nvPr>
        </p:nvSpPr>
        <p:spPr>
          <a:xfrm>
            <a:off x="5213563" y="3164875"/>
            <a:ext cx="1265100" cy="1736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721" name="Google Shape;721;g39c1a85cac3_0_723"/>
          <p:cNvSpPr txBox="1"/>
          <p:nvPr>
            <p:ph idx="5" type="body"/>
          </p:nvPr>
        </p:nvSpPr>
        <p:spPr>
          <a:xfrm>
            <a:off x="137275" y="3175800"/>
            <a:ext cx="1265100" cy="1736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722" name="Google Shape;722;g39c1a85cac3_0_723"/>
          <p:cNvSpPr txBox="1"/>
          <p:nvPr>
            <p:ph idx="6" type="subTitle"/>
          </p:nvPr>
        </p:nvSpPr>
        <p:spPr>
          <a:xfrm>
            <a:off x="137275" y="2599200"/>
            <a:ext cx="1265100" cy="320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000"/>
              <a:buNone/>
              <a:defRPr b="1" sz="10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723" name="Google Shape;723;g39c1a85cac3_0_723"/>
          <p:cNvSpPr txBox="1"/>
          <p:nvPr>
            <p:ph idx="7" type="subTitle"/>
          </p:nvPr>
        </p:nvSpPr>
        <p:spPr>
          <a:xfrm>
            <a:off x="5213563" y="2588275"/>
            <a:ext cx="1265100" cy="320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000"/>
              <a:buNone/>
              <a:defRPr b="1" sz="10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724" name="Google Shape;724;g39c1a85cac3_0_723"/>
          <p:cNvSpPr txBox="1"/>
          <p:nvPr>
            <p:ph idx="8" type="subTitle"/>
          </p:nvPr>
        </p:nvSpPr>
        <p:spPr>
          <a:xfrm>
            <a:off x="2673138" y="2581800"/>
            <a:ext cx="1265100" cy="320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000"/>
              <a:buNone/>
              <a:defRPr b="1" sz="10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725" name="Google Shape;725;g39c1a85cac3_0_723"/>
          <p:cNvSpPr/>
          <p:nvPr>
            <p:ph idx="9" type="pic"/>
          </p:nvPr>
        </p:nvSpPr>
        <p:spPr>
          <a:xfrm>
            <a:off x="5216500" y="1297675"/>
            <a:ext cx="1259100" cy="1276500"/>
          </a:xfrm>
          <a:prstGeom prst="rect">
            <a:avLst/>
          </a:prstGeom>
          <a:noFill/>
          <a:ln>
            <a:noFill/>
          </a:ln>
        </p:spPr>
      </p:sp>
      <p:sp>
        <p:nvSpPr>
          <p:cNvPr id="726" name="Google Shape;726;g39c1a85cac3_0_723"/>
          <p:cNvSpPr/>
          <p:nvPr>
            <p:ph idx="13" type="pic"/>
          </p:nvPr>
        </p:nvSpPr>
        <p:spPr>
          <a:xfrm>
            <a:off x="7756350" y="1296175"/>
            <a:ext cx="1259100" cy="1280100"/>
          </a:xfrm>
          <a:prstGeom prst="rect">
            <a:avLst/>
          </a:prstGeom>
          <a:noFill/>
          <a:ln>
            <a:noFill/>
          </a:ln>
        </p:spPr>
      </p:sp>
      <p:sp>
        <p:nvSpPr>
          <p:cNvPr id="727" name="Google Shape;727;g39c1a85cac3_0_723"/>
          <p:cNvSpPr/>
          <p:nvPr>
            <p:ph idx="14" type="pic"/>
          </p:nvPr>
        </p:nvSpPr>
        <p:spPr>
          <a:xfrm>
            <a:off x="133525" y="1294525"/>
            <a:ext cx="1261800" cy="1280400"/>
          </a:xfrm>
          <a:prstGeom prst="rect">
            <a:avLst/>
          </a:prstGeom>
          <a:noFill/>
          <a:ln>
            <a:noFill/>
          </a:ln>
        </p:spPr>
      </p:sp>
      <p:sp>
        <p:nvSpPr>
          <p:cNvPr id="728" name="Google Shape;728;g39c1a85cac3_0_723"/>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29" name="Google Shape;729;g39c1a85cac3_0_723"/>
          <p:cNvSpPr/>
          <p:nvPr>
            <p:ph idx="15" type="pic"/>
          </p:nvPr>
        </p:nvSpPr>
        <p:spPr>
          <a:xfrm>
            <a:off x="2673500" y="1295450"/>
            <a:ext cx="1263300" cy="1277100"/>
          </a:xfrm>
          <a:prstGeom prst="rect">
            <a:avLst/>
          </a:prstGeom>
          <a:noFill/>
          <a:ln>
            <a:noFill/>
          </a:ln>
        </p:spPr>
      </p:sp>
      <p:sp>
        <p:nvSpPr>
          <p:cNvPr id="730" name="Google Shape;730;g39c1a85cac3_0_723"/>
          <p:cNvSpPr txBox="1"/>
          <p:nvPr>
            <p:ph type="title"/>
          </p:nvPr>
        </p:nvSpPr>
        <p:spPr>
          <a:xfrm>
            <a:off x="131875" y="228600"/>
            <a:ext cx="5076000" cy="10629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3600"/>
              <a:buFont typeface="Poppins"/>
              <a:buNone/>
              <a:defRPr sz="36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cxnSp>
        <p:nvCxnSpPr>
          <p:cNvPr id="731" name="Google Shape;731;g39c1a85cac3_0_723"/>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732" name="Google Shape;732;g39c1a85cac3_0_723"/>
          <p:cNvCxnSpPr/>
          <p:nvPr/>
        </p:nvCxnSpPr>
        <p:spPr>
          <a:xfrm>
            <a:off x="9018413" y="-600"/>
            <a:ext cx="0" cy="5144700"/>
          </a:xfrm>
          <a:prstGeom prst="straightConnector1">
            <a:avLst/>
          </a:prstGeom>
          <a:noFill/>
          <a:ln cap="flat" cmpd="sng" w="9525">
            <a:solidFill>
              <a:schemeClr val="accent3"/>
            </a:solidFill>
            <a:prstDash val="solid"/>
            <a:round/>
            <a:headEnd len="sm" w="sm" type="none"/>
            <a:tailEnd len="sm" w="sm" type="none"/>
          </a:ln>
        </p:spPr>
      </p:cxn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2">
    <p:spTree>
      <p:nvGrpSpPr>
        <p:cNvPr id="733" name="Shape 733"/>
        <p:cNvGrpSpPr/>
        <p:nvPr/>
      </p:nvGrpSpPr>
      <p:grpSpPr>
        <a:xfrm>
          <a:off x="0" y="0"/>
          <a:ext cx="0" cy="0"/>
          <a:chOff x="0" y="0"/>
          <a:chExt cx="0" cy="0"/>
        </a:xfrm>
      </p:grpSpPr>
      <p:sp>
        <p:nvSpPr>
          <p:cNvPr id="734" name="Google Shape;734;g39c1a85cac3_0_740"/>
          <p:cNvSpPr txBox="1"/>
          <p:nvPr>
            <p:ph type="title"/>
          </p:nvPr>
        </p:nvSpPr>
        <p:spPr>
          <a:xfrm>
            <a:off x="365098" y="2042875"/>
            <a:ext cx="950400" cy="393600"/>
          </a:xfrm>
          <a:prstGeom prst="rect">
            <a:avLst/>
          </a:prstGeom>
          <a:noFill/>
          <a:ln>
            <a:noFill/>
          </a:ln>
        </p:spPr>
        <p:txBody>
          <a:bodyPr anchorCtr="0" anchor="ctr" bIns="91425" lIns="91425" spcFirstLastPara="1" rIns="0" wrap="square" tIns="91425">
            <a:spAutoFit/>
          </a:bodyPr>
          <a:lstStyle>
            <a:lvl1pPr lvl="0" algn="r">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735" name="Google Shape;735;g39c1a85cac3_0_740"/>
          <p:cNvSpPr txBox="1"/>
          <p:nvPr>
            <p:ph idx="2" type="title"/>
          </p:nvPr>
        </p:nvSpPr>
        <p:spPr>
          <a:xfrm>
            <a:off x="365098" y="2671525"/>
            <a:ext cx="950400" cy="393600"/>
          </a:xfrm>
          <a:prstGeom prst="rect">
            <a:avLst/>
          </a:prstGeom>
          <a:noFill/>
          <a:ln>
            <a:noFill/>
          </a:ln>
        </p:spPr>
        <p:txBody>
          <a:bodyPr anchorCtr="0" anchor="ctr" bIns="91425" lIns="91425" spcFirstLastPara="1" rIns="0" wrap="square" tIns="91425">
            <a:spAutoFit/>
          </a:bodyPr>
          <a:lstStyle>
            <a:lvl1pPr lvl="0" algn="r">
              <a:lnSpc>
                <a:spcPct val="90000"/>
              </a:lnSpc>
              <a:spcBef>
                <a:spcPts val="0"/>
              </a:spcBef>
              <a:spcAft>
                <a:spcPts val="0"/>
              </a:spcAft>
              <a:buClr>
                <a:schemeClr val="lt1"/>
              </a:buClr>
              <a:buSzPts val="2400"/>
              <a:buFont typeface="Poppins"/>
              <a:buNone/>
              <a:defRPr/>
            </a:lvl1pPr>
            <a:lvl2pPr lvl="1"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736" name="Google Shape;736;g39c1a85cac3_0_740"/>
          <p:cNvSpPr txBox="1"/>
          <p:nvPr>
            <p:ph idx="3" type="title"/>
          </p:nvPr>
        </p:nvSpPr>
        <p:spPr>
          <a:xfrm>
            <a:off x="365098" y="3313600"/>
            <a:ext cx="950400" cy="393600"/>
          </a:xfrm>
          <a:prstGeom prst="rect">
            <a:avLst/>
          </a:prstGeom>
          <a:noFill/>
          <a:ln>
            <a:noFill/>
          </a:ln>
        </p:spPr>
        <p:txBody>
          <a:bodyPr anchorCtr="0" anchor="ctr" bIns="91425" lIns="91425" spcFirstLastPara="1" rIns="0" wrap="square" tIns="91425">
            <a:spAutoFit/>
          </a:bodyPr>
          <a:lstStyle>
            <a:lvl1pPr lvl="0" algn="r">
              <a:lnSpc>
                <a:spcPct val="90000"/>
              </a:lnSpc>
              <a:spcBef>
                <a:spcPts val="0"/>
              </a:spcBef>
              <a:spcAft>
                <a:spcPts val="0"/>
              </a:spcAft>
              <a:buClr>
                <a:schemeClr val="lt1"/>
              </a:buClr>
              <a:buSzPts val="2400"/>
              <a:buFont typeface="Poppins"/>
              <a:buNone/>
              <a:defRPr/>
            </a:lvl1pPr>
            <a:lvl2pPr lvl="1"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737" name="Google Shape;737;g39c1a85cac3_0_740"/>
          <p:cNvSpPr txBox="1"/>
          <p:nvPr>
            <p:ph idx="4" type="title"/>
          </p:nvPr>
        </p:nvSpPr>
        <p:spPr>
          <a:xfrm>
            <a:off x="365098" y="4557475"/>
            <a:ext cx="950400" cy="393600"/>
          </a:xfrm>
          <a:prstGeom prst="rect">
            <a:avLst/>
          </a:prstGeom>
          <a:noFill/>
          <a:ln>
            <a:noFill/>
          </a:ln>
        </p:spPr>
        <p:txBody>
          <a:bodyPr anchorCtr="0" anchor="ctr" bIns="91425" lIns="91425" spcFirstLastPara="1" rIns="0" wrap="square" tIns="91425">
            <a:spAutoFit/>
          </a:bodyPr>
          <a:lstStyle>
            <a:lvl1pPr lvl="0" algn="r">
              <a:lnSpc>
                <a:spcPct val="90000"/>
              </a:lnSpc>
              <a:spcBef>
                <a:spcPts val="0"/>
              </a:spcBef>
              <a:spcAft>
                <a:spcPts val="0"/>
              </a:spcAft>
              <a:buClr>
                <a:schemeClr val="lt1"/>
              </a:buClr>
              <a:buSzPts val="2400"/>
              <a:buFont typeface="Poppins"/>
              <a:buNone/>
              <a:defRPr/>
            </a:lvl1pPr>
            <a:lvl2pPr lvl="1"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738" name="Google Shape;738;g39c1a85cac3_0_740"/>
          <p:cNvSpPr txBox="1"/>
          <p:nvPr>
            <p:ph idx="5" type="title"/>
          </p:nvPr>
        </p:nvSpPr>
        <p:spPr>
          <a:xfrm>
            <a:off x="1483100" y="2692075"/>
            <a:ext cx="4272900" cy="352500"/>
          </a:xfrm>
          <a:prstGeom prst="rect">
            <a:avLst/>
          </a:prstGeom>
          <a:noFill/>
          <a:ln>
            <a:noFill/>
          </a:ln>
        </p:spPr>
        <p:txBody>
          <a:bodyPr anchorCtr="0" anchor="ctr" bIns="91425" lIns="0"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739" name="Google Shape;739;g39c1a85cac3_0_740"/>
          <p:cNvSpPr txBox="1"/>
          <p:nvPr>
            <p:ph idx="6" type="title"/>
          </p:nvPr>
        </p:nvSpPr>
        <p:spPr>
          <a:xfrm>
            <a:off x="365098" y="3928825"/>
            <a:ext cx="950400" cy="393600"/>
          </a:xfrm>
          <a:prstGeom prst="rect">
            <a:avLst/>
          </a:prstGeom>
          <a:noFill/>
          <a:ln>
            <a:noFill/>
          </a:ln>
        </p:spPr>
        <p:txBody>
          <a:bodyPr anchorCtr="0" anchor="ctr" bIns="91425" lIns="91425" spcFirstLastPara="1" rIns="0" wrap="square" tIns="91425">
            <a:spAutoFit/>
          </a:bodyPr>
          <a:lstStyle>
            <a:lvl1pPr lvl="0" algn="r">
              <a:lnSpc>
                <a:spcPct val="90000"/>
              </a:lnSpc>
              <a:spcBef>
                <a:spcPts val="0"/>
              </a:spcBef>
              <a:spcAft>
                <a:spcPts val="0"/>
              </a:spcAft>
              <a:buClr>
                <a:schemeClr val="lt1"/>
              </a:buClr>
              <a:buSzPts val="2400"/>
              <a:buFont typeface="Poppins"/>
              <a:buNone/>
              <a:defRPr/>
            </a:lvl1pPr>
            <a:lvl2pPr lvl="1"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r">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740" name="Google Shape;740;g39c1a85cac3_0_740"/>
          <p:cNvSpPr txBox="1"/>
          <p:nvPr>
            <p:ph idx="7" type="title"/>
          </p:nvPr>
        </p:nvSpPr>
        <p:spPr>
          <a:xfrm>
            <a:off x="365098" y="1408538"/>
            <a:ext cx="950400" cy="393600"/>
          </a:xfrm>
          <a:prstGeom prst="rect">
            <a:avLst/>
          </a:prstGeom>
          <a:noFill/>
          <a:ln>
            <a:noFill/>
          </a:ln>
        </p:spPr>
        <p:txBody>
          <a:bodyPr anchorCtr="0" anchor="ctr" bIns="91425" lIns="91425" spcFirstLastPara="1" rIns="0" wrap="square" tIns="91425">
            <a:spAutoFit/>
          </a:bodyPr>
          <a:lstStyle>
            <a:lvl1pPr lvl="0" algn="r">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741" name="Google Shape;741;g39c1a85cac3_0_740"/>
          <p:cNvSpPr txBox="1"/>
          <p:nvPr>
            <p:ph idx="8" type="title"/>
          </p:nvPr>
        </p:nvSpPr>
        <p:spPr>
          <a:xfrm>
            <a:off x="133375" y="236850"/>
            <a:ext cx="5078700" cy="567600"/>
          </a:xfrm>
          <a:prstGeom prst="rect">
            <a:avLst/>
          </a:prstGeom>
          <a:noFill/>
          <a:ln>
            <a:noFill/>
          </a:ln>
        </p:spPr>
        <p:txBody>
          <a:bodyPr anchorCtr="0" anchor="t" bIns="0" lIns="91425" spcFirstLastPara="1" rIns="91425" wrap="square" tIns="0">
            <a:spAutoFit/>
          </a:bodyPr>
          <a:lstStyle>
            <a:lvl1pPr lvl="0" algn="l">
              <a:lnSpc>
                <a:spcPct val="90000"/>
              </a:lnSpc>
              <a:spcBef>
                <a:spcPts val="0"/>
              </a:spcBef>
              <a:spcAft>
                <a:spcPts val="0"/>
              </a:spcAft>
              <a:buClr>
                <a:schemeClr val="lt1"/>
              </a:buClr>
              <a:buSzPts val="3600"/>
              <a:buFont typeface="Poppins"/>
              <a:buNone/>
              <a:defRPr sz="36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742" name="Google Shape;742;g39c1a85cac3_0_740"/>
          <p:cNvSpPr txBox="1"/>
          <p:nvPr>
            <p:ph idx="9" type="title"/>
          </p:nvPr>
        </p:nvSpPr>
        <p:spPr>
          <a:xfrm>
            <a:off x="1483100" y="1429088"/>
            <a:ext cx="4272900" cy="352500"/>
          </a:xfrm>
          <a:prstGeom prst="rect">
            <a:avLst/>
          </a:prstGeom>
          <a:noFill/>
          <a:ln>
            <a:noFill/>
          </a:ln>
        </p:spPr>
        <p:txBody>
          <a:bodyPr anchorCtr="0" anchor="ctr" bIns="91425" lIns="0"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743" name="Google Shape;743;g39c1a85cac3_0_740"/>
          <p:cNvSpPr txBox="1"/>
          <p:nvPr>
            <p:ph idx="13" type="title"/>
          </p:nvPr>
        </p:nvSpPr>
        <p:spPr>
          <a:xfrm>
            <a:off x="1483100" y="2063425"/>
            <a:ext cx="4272900" cy="352500"/>
          </a:xfrm>
          <a:prstGeom prst="rect">
            <a:avLst/>
          </a:prstGeom>
          <a:noFill/>
          <a:ln>
            <a:noFill/>
          </a:ln>
        </p:spPr>
        <p:txBody>
          <a:bodyPr anchorCtr="0" anchor="ctr" bIns="91425" lIns="0"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744" name="Google Shape;744;g39c1a85cac3_0_740"/>
          <p:cNvSpPr txBox="1"/>
          <p:nvPr>
            <p:ph idx="14" type="title"/>
          </p:nvPr>
        </p:nvSpPr>
        <p:spPr>
          <a:xfrm>
            <a:off x="1483100" y="3320725"/>
            <a:ext cx="4272900" cy="352500"/>
          </a:xfrm>
          <a:prstGeom prst="rect">
            <a:avLst/>
          </a:prstGeom>
          <a:noFill/>
          <a:ln>
            <a:noFill/>
          </a:ln>
        </p:spPr>
        <p:txBody>
          <a:bodyPr anchorCtr="0" anchor="ctr" bIns="91425" lIns="0"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745" name="Google Shape;745;g39c1a85cac3_0_740"/>
          <p:cNvSpPr txBox="1"/>
          <p:nvPr>
            <p:ph idx="15" type="title"/>
          </p:nvPr>
        </p:nvSpPr>
        <p:spPr>
          <a:xfrm>
            <a:off x="1483100" y="3949375"/>
            <a:ext cx="4272900" cy="352500"/>
          </a:xfrm>
          <a:prstGeom prst="rect">
            <a:avLst/>
          </a:prstGeom>
          <a:noFill/>
          <a:ln>
            <a:noFill/>
          </a:ln>
        </p:spPr>
        <p:txBody>
          <a:bodyPr anchorCtr="0" anchor="ctr" bIns="91425" lIns="0"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746" name="Google Shape;746;g39c1a85cac3_0_740"/>
          <p:cNvSpPr txBox="1"/>
          <p:nvPr>
            <p:ph idx="16" type="title"/>
          </p:nvPr>
        </p:nvSpPr>
        <p:spPr>
          <a:xfrm>
            <a:off x="1483100" y="4578025"/>
            <a:ext cx="4272900" cy="352500"/>
          </a:xfrm>
          <a:prstGeom prst="rect">
            <a:avLst/>
          </a:prstGeom>
          <a:noFill/>
          <a:ln>
            <a:noFill/>
          </a:ln>
        </p:spPr>
        <p:txBody>
          <a:bodyPr anchorCtr="0" anchor="ctr" bIns="91425" lIns="0"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747" name="Google Shape;747;g39c1a85cac3_0_740"/>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cxnSp>
        <p:nvCxnSpPr>
          <p:cNvPr id="748" name="Google Shape;748;g39c1a85cac3_0_740"/>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749" name="Google Shape;749;g39c1a85cac3_0_740"/>
          <p:cNvCxnSpPr/>
          <p:nvPr/>
        </p:nvCxnSpPr>
        <p:spPr>
          <a:xfrm>
            <a:off x="9023250" y="-600"/>
            <a:ext cx="0" cy="5144700"/>
          </a:xfrm>
          <a:prstGeom prst="straightConnector1">
            <a:avLst/>
          </a:prstGeom>
          <a:noFill/>
          <a:ln cap="flat" cmpd="sng" w="9525">
            <a:solidFill>
              <a:schemeClr val="accent3"/>
            </a:solidFill>
            <a:prstDash val="solid"/>
            <a:round/>
            <a:headEnd len="sm" w="sm" type="none"/>
            <a:tailEnd len="sm" w="sm" type="none"/>
          </a:ln>
        </p:spPr>
      </p:cxn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3">
    <p:spTree>
      <p:nvGrpSpPr>
        <p:cNvPr id="750" name="Shape 750"/>
        <p:cNvGrpSpPr/>
        <p:nvPr/>
      </p:nvGrpSpPr>
      <p:grpSpPr>
        <a:xfrm>
          <a:off x="0" y="0"/>
          <a:ext cx="0" cy="0"/>
          <a:chOff x="0" y="0"/>
          <a:chExt cx="0" cy="0"/>
        </a:xfrm>
      </p:grpSpPr>
      <p:pic>
        <p:nvPicPr>
          <p:cNvPr id="751" name="Google Shape;751;g39c1a85cac3_0_757"/>
          <p:cNvPicPr preferRelativeResize="0"/>
          <p:nvPr/>
        </p:nvPicPr>
        <p:blipFill rotWithShape="1">
          <a:blip r:embed="rId2">
            <a:alphaModFix/>
          </a:blip>
          <a:srcRect b="0" l="0" r="0" t="0"/>
          <a:stretch/>
        </p:blipFill>
        <p:spPr>
          <a:xfrm rot="10800000">
            <a:off x="7755300" y="-2199"/>
            <a:ext cx="1265400" cy="1288299"/>
          </a:xfrm>
          <a:prstGeom prst="rect">
            <a:avLst/>
          </a:prstGeom>
          <a:noFill/>
          <a:ln>
            <a:noFill/>
          </a:ln>
        </p:spPr>
      </p:pic>
      <p:sp>
        <p:nvSpPr>
          <p:cNvPr id="752" name="Google Shape;752;g39c1a85cac3_0_757"/>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53" name="Google Shape;753;g39c1a85cac3_0_757"/>
          <p:cNvSpPr txBox="1"/>
          <p:nvPr>
            <p:ph type="title"/>
          </p:nvPr>
        </p:nvSpPr>
        <p:spPr>
          <a:xfrm>
            <a:off x="419575" y="449550"/>
            <a:ext cx="689100" cy="393600"/>
          </a:xfrm>
          <a:prstGeom prst="rect">
            <a:avLst/>
          </a:prstGeom>
          <a:noFill/>
          <a:ln>
            <a:noFill/>
          </a:ln>
        </p:spPr>
        <p:txBody>
          <a:bodyPr anchorCtr="0" anchor="ctr" bIns="91425" lIns="91425" spcFirstLastPara="1" rIns="91425" wrap="square" tIns="91425">
            <a:spAutoFit/>
          </a:bodyPr>
          <a:lstStyle>
            <a:lvl1pPr lvl="0" algn="ctr">
              <a:lnSpc>
                <a:spcPct val="90000"/>
              </a:lnSpc>
              <a:spcBef>
                <a:spcPts val="0"/>
              </a:spcBef>
              <a:spcAft>
                <a:spcPts val="0"/>
              </a:spcAft>
              <a:buClr>
                <a:schemeClr val="dk1"/>
              </a:buClr>
              <a:buSzPts val="1400"/>
              <a:buFont typeface="Instrument Sans"/>
              <a:buNone/>
              <a:defRPr>
                <a:solidFill>
                  <a:schemeClr val="dk1"/>
                </a:solidFill>
                <a:latin typeface="Instrument Sans"/>
                <a:ea typeface="Instrument Sans"/>
                <a:cs typeface="Instrument Sans"/>
                <a:sym typeface="Instrument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754" name="Google Shape;754;g39c1a85cac3_0_757"/>
          <p:cNvSpPr txBox="1"/>
          <p:nvPr>
            <p:ph idx="2" type="title"/>
          </p:nvPr>
        </p:nvSpPr>
        <p:spPr>
          <a:xfrm>
            <a:off x="1399375" y="2588200"/>
            <a:ext cx="5082000" cy="2324100"/>
          </a:xfrm>
          <a:prstGeom prst="rect">
            <a:avLst/>
          </a:prstGeom>
          <a:noFill/>
          <a:ln>
            <a:noFill/>
          </a:ln>
        </p:spPr>
        <p:txBody>
          <a:bodyPr anchorCtr="0" anchor="b" bIns="91425" lIns="91425" spcFirstLastPara="1" rIns="91425" wrap="square" tIns="91425">
            <a:spAutoFit/>
          </a:bodyPr>
          <a:lstStyle>
            <a:lvl1pPr lvl="0" algn="l">
              <a:lnSpc>
                <a:spcPct val="90000"/>
              </a:lnSpc>
              <a:spcBef>
                <a:spcPts val="0"/>
              </a:spcBef>
              <a:spcAft>
                <a:spcPts val="0"/>
              </a:spcAft>
              <a:buClr>
                <a:schemeClr val="lt1"/>
              </a:buClr>
              <a:buSzPts val="3600"/>
              <a:buFont typeface="Poppins"/>
              <a:buNone/>
              <a:defRPr sz="36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755" name="Google Shape;755;g39c1a85cac3_0_757"/>
          <p:cNvSpPr txBox="1"/>
          <p:nvPr>
            <p:ph idx="1" type="subTitle"/>
          </p:nvPr>
        </p:nvSpPr>
        <p:spPr>
          <a:xfrm>
            <a:off x="6561925" y="3856500"/>
            <a:ext cx="1835100" cy="440100"/>
          </a:xfrm>
          <a:prstGeom prst="rect">
            <a:avLst/>
          </a:prstGeom>
          <a:noFill/>
          <a:ln>
            <a:noFill/>
          </a:ln>
        </p:spPr>
        <p:txBody>
          <a:bodyPr anchorCtr="0" anchor="t" bIns="91425" lIns="0" spcFirstLastPara="1" rIns="91425" wrap="square" tIns="91425">
            <a:noAutofit/>
          </a:bodyPr>
          <a:lstStyle>
            <a:lvl1pPr lvl="0"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9pPr>
          </a:lstStyle>
          <a:p/>
        </p:txBody>
      </p:sp>
      <p:sp>
        <p:nvSpPr>
          <p:cNvPr id="756" name="Google Shape;756;g39c1a85cac3_0_757"/>
          <p:cNvSpPr txBox="1"/>
          <p:nvPr>
            <p:ph idx="3" type="title"/>
          </p:nvPr>
        </p:nvSpPr>
        <p:spPr>
          <a:xfrm>
            <a:off x="1453924" y="228600"/>
            <a:ext cx="6236100" cy="567600"/>
          </a:xfrm>
          <a:prstGeom prst="rect">
            <a:avLst/>
          </a:prstGeom>
          <a:noFill/>
          <a:ln>
            <a:noFill/>
          </a:ln>
        </p:spPr>
        <p:txBody>
          <a:bodyPr anchorCtr="0" anchor="t" bIns="0" lIns="91425" spcFirstLastPara="1" rIns="91425" wrap="square" tIns="0">
            <a:spAutoFit/>
          </a:bodyPr>
          <a:lstStyle>
            <a:lvl1pPr lvl="0" algn="l">
              <a:lnSpc>
                <a:spcPct val="85000"/>
              </a:lnSpc>
              <a:spcBef>
                <a:spcPts val="0"/>
              </a:spcBef>
              <a:spcAft>
                <a:spcPts val="0"/>
              </a:spcAft>
              <a:buSzPts val="3600"/>
              <a:buNone/>
              <a:defRPr sz="36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757" name="Google Shape;757;g39c1a85cac3_0_757"/>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cxnSp>
        <p:nvCxnSpPr>
          <p:cNvPr id="758" name="Google Shape;758;g39c1a85cac3_0_757"/>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sp>
        <p:nvSpPr>
          <p:cNvPr id="759" name="Google Shape;759;g39c1a85cac3_0_757"/>
          <p:cNvSpPr/>
          <p:nvPr>
            <p:ph idx="4" type="pic"/>
          </p:nvPr>
        </p:nvSpPr>
        <p:spPr>
          <a:xfrm>
            <a:off x="7756200" y="2584025"/>
            <a:ext cx="1263600" cy="1272600"/>
          </a:xfrm>
          <a:prstGeom prst="rect">
            <a:avLst/>
          </a:prstGeom>
          <a:noFill/>
          <a:ln>
            <a:noFill/>
          </a:ln>
        </p:spPr>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CUSTOM_9">
    <p:spTree>
      <p:nvGrpSpPr>
        <p:cNvPr id="760" name="Shape 760"/>
        <p:cNvGrpSpPr/>
        <p:nvPr/>
      </p:nvGrpSpPr>
      <p:grpSpPr>
        <a:xfrm>
          <a:off x="0" y="0"/>
          <a:ext cx="0" cy="0"/>
          <a:chOff x="0" y="0"/>
          <a:chExt cx="0" cy="0"/>
        </a:xfrm>
      </p:grpSpPr>
      <p:sp>
        <p:nvSpPr>
          <p:cNvPr id="761" name="Google Shape;761;g39c1a85cac3_0_767"/>
          <p:cNvSpPr txBox="1"/>
          <p:nvPr/>
        </p:nvSpPr>
        <p:spPr>
          <a:xfrm>
            <a:off x="7752138" y="1291375"/>
            <a:ext cx="1270500" cy="129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762" name="Google Shape;762;g39c1a85cac3_0_767"/>
          <p:cNvSpPr/>
          <p:nvPr>
            <p:ph idx="2" type="pic"/>
          </p:nvPr>
        </p:nvSpPr>
        <p:spPr>
          <a:xfrm>
            <a:off x="7977750" y="1495975"/>
            <a:ext cx="819300" cy="881100"/>
          </a:xfrm>
          <a:prstGeom prst="rect">
            <a:avLst/>
          </a:prstGeom>
          <a:noFill/>
          <a:ln>
            <a:noFill/>
          </a:ln>
        </p:spPr>
      </p:sp>
      <p:sp>
        <p:nvSpPr>
          <p:cNvPr id="763" name="Google Shape;763;g39c1a85cac3_0_767"/>
          <p:cNvSpPr/>
          <p:nvPr>
            <p:ph idx="3" type="pic"/>
          </p:nvPr>
        </p:nvSpPr>
        <p:spPr>
          <a:xfrm>
            <a:off x="5219025" y="1297000"/>
            <a:ext cx="2528100" cy="3847500"/>
          </a:xfrm>
          <a:prstGeom prst="rect">
            <a:avLst/>
          </a:prstGeom>
          <a:noFill/>
          <a:ln>
            <a:noFill/>
          </a:ln>
        </p:spPr>
      </p:sp>
      <p:sp>
        <p:nvSpPr>
          <p:cNvPr id="764" name="Google Shape;764;g39c1a85cac3_0_767"/>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65" name="Google Shape;765;g39c1a85cac3_0_767"/>
          <p:cNvSpPr txBox="1"/>
          <p:nvPr>
            <p:ph type="title"/>
          </p:nvPr>
        </p:nvSpPr>
        <p:spPr>
          <a:xfrm>
            <a:off x="1453924" y="228600"/>
            <a:ext cx="6149400" cy="567600"/>
          </a:xfrm>
          <a:prstGeom prst="rect">
            <a:avLst/>
          </a:prstGeom>
          <a:noFill/>
          <a:ln>
            <a:noFill/>
          </a:ln>
        </p:spPr>
        <p:txBody>
          <a:bodyPr anchorCtr="0" anchor="t" bIns="0" lIns="91425" spcFirstLastPara="1" rIns="91425" wrap="square" tIns="0">
            <a:spAutoFit/>
          </a:bodyPr>
          <a:lstStyle>
            <a:lvl1pPr lvl="0" algn="l">
              <a:lnSpc>
                <a:spcPct val="85000"/>
              </a:lnSpc>
              <a:spcBef>
                <a:spcPts val="0"/>
              </a:spcBef>
              <a:spcAft>
                <a:spcPts val="0"/>
              </a:spcAft>
              <a:buSzPts val="3600"/>
              <a:buNone/>
              <a:defRPr sz="36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766" name="Google Shape;766;g39c1a85cac3_0_767"/>
          <p:cNvSpPr txBox="1"/>
          <p:nvPr>
            <p:ph idx="4" type="title"/>
          </p:nvPr>
        </p:nvSpPr>
        <p:spPr>
          <a:xfrm>
            <a:off x="419575" y="449550"/>
            <a:ext cx="689100" cy="393600"/>
          </a:xfrm>
          <a:prstGeom prst="rect">
            <a:avLst/>
          </a:prstGeom>
          <a:noFill/>
          <a:ln>
            <a:noFill/>
          </a:ln>
        </p:spPr>
        <p:txBody>
          <a:bodyPr anchorCtr="0" anchor="ctr" bIns="91425" lIns="91425" spcFirstLastPara="1" rIns="91425" wrap="square" tIns="91425">
            <a:spAutoFit/>
          </a:bodyPr>
          <a:lstStyle>
            <a:lvl1pPr lvl="0" algn="ctr">
              <a:lnSpc>
                <a:spcPct val="90000"/>
              </a:lnSpc>
              <a:spcBef>
                <a:spcPts val="0"/>
              </a:spcBef>
              <a:spcAft>
                <a:spcPts val="0"/>
              </a:spcAft>
              <a:buClr>
                <a:schemeClr val="lt1"/>
              </a:buClr>
              <a:buSzPts val="1400"/>
              <a:buFont typeface="Instrument Sans"/>
              <a:buNone/>
              <a:defRPr>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cxnSp>
        <p:nvCxnSpPr>
          <p:cNvPr id="767" name="Google Shape;767;g39c1a85cac3_0_767"/>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cxnSp>
        <p:nvCxnSpPr>
          <p:cNvPr id="768" name="Google Shape;768;g39c1a85cac3_0_767"/>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sp>
        <p:nvSpPr>
          <p:cNvPr id="769" name="Google Shape;769;g39c1a85cac3_0_767"/>
          <p:cNvSpPr txBox="1"/>
          <p:nvPr>
            <p:ph idx="1" type="subTitle"/>
          </p:nvPr>
        </p:nvSpPr>
        <p:spPr>
          <a:xfrm>
            <a:off x="1399375" y="3303325"/>
            <a:ext cx="3813000" cy="440100"/>
          </a:xfrm>
          <a:prstGeom prst="rect">
            <a:avLst/>
          </a:prstGeom>
          <a:noFill/>
          <a:ln>
            <a:noFill/>
          </a:ln>
        </p:spPr>
        <p:txBody>
          <a:bodyPr anchorCtr="0" anchor="t" bIns="91425" lIns="182875" spcFirstLastPara="1" rIns="91425" wrap="square" tIns="91425">
            <a:noAutofit/>
          </a:bodyPr>
          <a:lstStyle>
            <a:lvl1pPr lvl="0"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9pPr>
          </a:lstStyle>
          <a:p/>
        </p:txBody>
      </p:sp>
      <p:sp>
        <p:nvSpPr>
          <p:cNvPr id="770" name="Google Shape;770;g39c1a85cac3_0_767"/>
          <p:cNvSpPr txBox="1"/>
          <p:nvPr>
            <p:ph idx="5" type="subTitle"/>
          </p:nvPr>
        </p:nvSpPr>
        <p:spPr>
          <a:xfrm>
            <a:off x="1399375" y="2581675"/>
            <a:ext cx="3813000" cy="440100"/>
          </a:xfrm>
          <a:prstGeom prst="rect">
            <a:avLst/>
          </a:prstGeom>
          <a:noFill/>
          <a:ln>
            <a:noFill/>
          </a:ln>
        </p:spPr>
        <p:txBody>
          <a:bodyPr anchorCtr="0" anchor="t" bIns="91425" lIns="182875" spcFirstLastPara="1" rIns="91425" wrap="square" tIns="182875">
            <a:noAutofit/>
          </a:bodyPr>
          <a:lstStyle>
            <a:lvl1pPr lvl="0" algn="l">
              <a:lnSpc>
                <a:spcPct val="115000"/>
              </a:lnSpc>
              <a:spcBef>
                <a:spcPts val="0"/>
              </a:spcBef>
              <a:spcAft>
                <a:spcPts val="0"/>
              </a:spcAft>
              <a:buSzPts val="1000"/>
              <a:buNone/>
              <a:defRPr>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item comparison and image">
  <p:cSld name="CUSTOM_4">
    <p:spTree>
      <p:nvGrpSpPr>
        <p:cNvPr id="771" name="Shape 771"/>
        <p:cNvGrpSpPr/>
        <p:nvPr/>
      </p:nvGrpSpPr>
      <p:grpSpPr>
        <a:xfrm>
          <a:off x="0" y="0"/>
          <a:ext cx="0" cy="0"/>
          <a:chOff x="0" y="0"/>
          <a:chExt cx="0" cy="0"/>
        </a:xfrm>
      </p:grpSpPr>
      <p:sp>
        <p:nvSpPr>
          <p:cNvPr id="772" name="Google Shape;772;g39c1a85cac3_0_778"/>
          <p:cNvSpPr txBox="1"/>
          <p:nvPr>
            <p:ph idx="1" type="subTitle"/>
          </p:nvPr>
        </p:nvSpPr>
        <p:spPr>
          <a:xfrm>
            <a:off x="6486300" y="2590550"/>
            <a:ext cx="2540700" cy="344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Instrument Sans"/>
              <a:buNone/>
              <a:defRPr>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773" name="Google Shape;773;g39c1a85cac3_0_778"/>
          <p:cNvSpPr txBox="1"/>
          <p:nvPr>
            <p:ph type="title"/>
          </p:nvPr>
        </p:nvSpPr>
        <p:spPr>
          <a:xfrm>
            <a:off x="6486300" y="3039200"/>
            <a:ext cx="2540700" cy="11856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1000"/>
              <a:buFont typeface="Instrument Sans"/>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774" name="Google Shape;774;g39c1a85cac3_0_778"/>
          <p:cNvSpPr txBox="1"/>
          <p:nvPr>
            <p:ph idx="2" type="subTitle"/>
          </p:nvPr>
        </p:nvSpPr>
        <p:spPr>
          <a:xfrm>
            <a:off x="3939525" y="2583850"/>
            <a:ext cx="2540700" cy="344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Instrument Sans"/>
              <a:buNone/>
              <a:defRPr>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775" name="Google Shape;775;g39c1a85cac3_0_778"/>
          <p:cNvSpPr txBox="1"/>
          <p:nvPr>
            <p:ph idx="3" type="title"/>
          </p:nvPr>
        </p:nvSpPr>
        <p:spPr>
          <a:xfrm>
            <a:off x="3942875" y="3039200"/>
            <a:ext cx="2540700" cy="11856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1000"/>
              <a:buFont typeface="Instrument Sans"/>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776" name="Google Shape;776;g39c1a85cac3_0_778"/>
          <p:cNvSpPr txBox="1"/>
          <p:nvPr>
            <p:ph idx="4" type="subTitle"/>
          </p:nvPr>
        </p:nvSpPr>
        <p:spPr>
          <a:xfrm>
            <a:off x="136200" y="1289875"/>
            <a:ext cx="3810600" cy="532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2400"/>
              <a:buFont typeface="Instrument Sans"/>
              <a:buNone/>
              <a:defRPr sz="24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9pPr>
          </a:lstStyle>
          <a:p/>
        </p:txBody>
      </p:sp>
      <p:sp>
        <p:nvSpPr>
          <p:cNvPr id="777" name="Google Shape;777;g39c1a85cac3_0_778"/>
          <p:cNvSpPr txBox="1"/>
          <p:nvPr>
            <p:ph idx="5" type="title"/>
          </p:nvPr>
        </p:nvSpPr>
        <p:spPr>
          <a:xfrm>
            <a:off x="136200" y="1822150"/>
            <a:ext cx="3810600" cy="11856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chemeClr val="lt1"/>
              </a:buClr>
              <a:buSzPts val="1400"/>
              <a:buFont typeface="Instrument Sans"/>
              <a:buNone/>
              <a:defRPr sz="14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778" name="Google Shape;778;g39c1a85cac3_0_778"/>
          <p:cNvSpPr/>
          <p:nvPr>
            <p:ph idx="6" type="pic"/>
          </p:nvPr>
        </p:nvSpPr>
        <p:spPr>
          <a:xfrm>
            <a:off x="133925" y="0"/>
            <a:ext cx="1260300" cy="1286400"/>
          </a:xfrm>
          <a:prstGeom prst="rect">
            <a:avLst/>
          </a:prstGeom>
          <a:noFill/>
          <a:ln>
            <a:noFill/>
          </a:ln>
        </p:spPr>
      </p:sp>
      <p:sp>
        <p:nvSpPr>
          <p:cNvPr id="779" name="Google Shape;779;g39c1a85cac3_0_778"/>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80" name="Google Shape;780;g39c1a85cac3_0_778"/>
          <p:cNvSpPr txBox="1"/>
          <p:nvPr>
            <p:ph idx="7" type="subTitle"/>
          </p:nvPr>
        </p:nvSpPr>
        <p:spPr>
          <a:xfrm>
            <a:off x="3940875" y="228600"/>
            <a:ext cx="2540700" cy="344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Instrument Sans"/>
              <a:buNone/>
              <a:defRPr>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781" name="Google Shape;781;g39c1a85cac3_0_778"/>
          <p:cNvSpPr txBox="1"/>
          <p:nvPr>
            <p:ph idx="8" type="title"/>
          </p:nvPr>
        </p:nvSpPr>
        <p:spPr>
          <a:xfrm>
            <a:off x="3940875" y="677250"/>
            <a:ext cx="2540700" cy="11856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1000"/>
              <a:buFont typeface="Instrument Sans"/>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782" name="Google Shape;782;g39c1a85cac3_0_778"/>
          <p:cNvSpPr txBox="1"/>
          <p:nvPr>
            <p:ph idx="9" type="subTitle"/>
          </p:nvPr>
        </p:nvSpPr>
        <p:spPr>
          <a:xfrm>
            <a:off x="6481000" y="228600"/>
            <a:ext cx="2540700" cy="344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Instrument Sans"/>
              <a:buNone/>
              <a:defRPr>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783" name="Google Shape;783;g39c1a85cac3_0_778"/>
          <p:cNvSpPr txBox="1"/>
          <p:nvPr>
            <p:ph idx="13" type="title"/>
          </p:nvPr>
        </p:nvSpPr>
        <p:spPr>
          <a:xfrm>
            <a:off x="6481000" y="677250"/>
            <a:ext cx="2540700" cy="11856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1000"/>
              <a:buFont typeface="Instrument Sans"/>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 Alt 2 1">
  <p:cSld name="CUSTOM_5">
    <p:spTree>
      <p:nvGrpSpPr>
        <p:cNvPr id="784" name="Shape 784"/>
        <p:cNvGrpSpPr/>
        <p:nvPr/>
      </p:nvGrpSpPr>
      <p:grpSpPr>
        <a:xfrm>
          <a:off x="0" y="0"/>
          <a:ext cx="0" cy="0"/>
          <a:chOff x="0" y="0"/>
          <a:chExt cx="0" cy="0"/>
        </a:xfrm>
      </p:grpSpPr>
      <p:sp>
        <p:nvSpPr>
          <p:cNvPr id="785" name="Google Shape;785;g39c1a85cac3_0_791"/>
          <p:cNvSpPr txBox="1"/>
          <p:nvPr>
            <p:ph idx="1" type="body"/>
          </p:nvPr>
        </p:nvSpPr>
        <p:spPr>
          <a:xfrm>
            <a:off x="285488" y="2569932"/>
            <a:ext cx="2385000" cy="1956600"/>
          </a:xfrm>
          <a:prstGeom prst="rect">
            <a:avLst/>
          </a:prstGeom>
          <a:noFill/>
          <a:ln>
            <a:noFill/>
          </a:ln>
        </p:spPr>
        <p:txBody>
          <a:bodyPr anchorCtr="0" anchor="t" bIns="91425" lIns="0"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pic>
        <p:nvPicPr>
          <p:cNvPr id="786" name="Google Shape;786;g39c1a85cac3_0_791"/>
          <p:cNvPicPr preferRelativeResize="0"/>
          <p:nvPr/>
        </p:nvPicPr>
        <p:blipFill rotWithShape="1">
          <a:blip r:embed="rId2">
            <a:alphaModFix/>
          </a:blip>
          <a:srcRect b="0" l="0" r="30109" t="73621"/>
          <a:stretch/>
        </p:blipFill>
        <p:spPr>
          <a:xfrm rot="10800000">
            <a:off x="133300" y="4683125"/>
            <a:ext cx="2159200" cy="458401"/>
          </a:xfrm>
          <a:prstGeom prst="rect">
            <a:avLst/>
          </a:prstGeom>
          <a:gradFill>
            <a:gsLst>
              <a:gs pos="0">
                <a:srgbClr val="808978"/>
              </a:gs>
              <a:gs pos="49000">
                <a:schemeClr val="dk1"/>
              </a:gs>
              <a:gs pos="100000">
                <a:schemeClr val="dk1"/>
              </a:gs>
            </a:gsLst>
            <a:path path="circle">
              <a:fillToRect b="50%" l="50%" r="50%" t="50%"/>
            </a:path>
            <a:tileRect/>
          </a:gradFill>
          <a:ln>
            <a:noFill/>
          </a:ln>
        </p:spPr>
      </p:pic>
      <p:cxnSp>
        <p:nvCxnSpPr>
          <p:cNvPr id="787" name="Google Shape;787;g39c1a85cac3_0_791"/>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cxnSp>
        <p:nvCxnSpPr>
          <p:cNvPr id="788" name="Google Shape;788;g39c1a85cac3_0_791"/>
          <p:cNvCxnSpPr/>
          <p:nvPr/>
        </p:nvCxnSpPr>
        <p:spPr>
          <a:xfrm>
            <a:off x="9023250" y="-600"/>
            <a:ext cx="0" cy="5144700"/>
          </a:xfrm>
          <a:prstGeom prst="straightConnector1">
            <a:avLst/>
          </a:prstGeom>
          <a:noFill/>
          <a:ln cap="flat" cmpd="sng" w="9525">
            <a:solidFill>
              <a:schemeClr val="dk2"/>
            </a:solidFill>
            <a:prstDash val="solid"/>
            <a:round/>
            <a:headEnd len="sm" w="sm" type="none"/>
            <a:tailEnd len="sm" w="sm" type="none"/>
          </a:ln>
        </p:spPr>
      </p:cxnSp>
      <p:sp>
        <p:nvSpPr>
          <p:cNvPr id="789" name="Google Shape;789;g39c1a85cac3_0_791"/>
          <p:cNvSpPr txBox="1"/>
          <p:nvPr>
            <p:ph idx="2" type="body"/>
          </p:nvPr>
        </p:nvSpPr>
        <p:spPr>
          <a:xfrm>
            <a:off x="2827113" y="2569931"/>
            <a:ext cx="2385000" cy="1956600"/>
          </a:xfrm>
          <a:prstGeom prst="rect">
            <a:avLst/>
          </a:prstGeom>
          <a:noFill/>
          <a:ln>
            <a:noFill/>
          </a:ln>
        </p:spPr>
        <p:txBody>
          <a:bodyPr anchorCtr="0" anchor="t" bIns="91425" lIns="0" spcFirstLastPara="1" rIns="91425" wrap="square" tIns="91425">
            <a:noAutofit/>
          </a:bodyPr>
          <a:lstStyle>
            <a:lvl1pPr indent="-292100" lvl="0" marL="457200" algn="l">
              <a:lnSpc>
                <a:spcPct val="115000"/>
              </a:lnSpc>
              <a:spcBef>
                <a:spcPts val="0"/>
              </a:spcBef>
              <a:spcAft>
                <a:spcPts val="0"/>
              </a:spcAft>
              <a:buSzPts val="1000"/>
              <a:buFont typeface="Instrument Sans"/>
              <a:buChar char="●"/>
              <a:defRPr/>
            </a:lvl1pPr>
            <a:lvl2pPr indent="-292100" lvl="1" marL="914400" algn="l">
              <a:lnSpc>
                <a:spcPct val="115000"/>
              </a:lnSpc>
              <a:spcBef>
                <a:spcPts val="0"/>
              </a:spcBef>
              <a:spcAft>
                <a:spcPts val="0"/>
              </a:spcAft>
              <a:buSzPts val="1000"/>
              <a:buFont typeface="Instrument Sans"/>
              <a:buChar char="○"/>
              <a:defRPr/>
            </a:lvl2pPr>
            <a:lvl3pPr indent="-292100" lvl="2" marL="1371600" algn="l">
              <a:lnSpc>
                <a:spcPct val="115000"/>
              </a:lnSpc>
              <a:spcBef>
                <a:spcPts val="0"/>
              </a:spcBef>
              <a:spcAft>
                <a:spcPts val="0"/>
              </a:spcAft>
              <a:buSzPts val="1000"/>
              <a:buFont typeface="Instrument Sans"/>
              <a:buChar char="■"/>
              <a:defRPr/>
            </a:lvl3pPr>
            <a:lvl4pPr indent="-292100" lvl="3" marL="1828800" algn="l">
              <a:lnSpc>
                <a:spcPct val="115000"/>
              </a:lnSpc>
              <a:spcBef>
                <a:spcPts val="0"/>
              </a:spcBef>
              <a:spcAft>
                <a:spcPts val="0"/>
              </a:spcAft>
              <a:buSzPts val="1000"/>
              <a:buFont typeface="Instrument Sans"/>
              <a:buChar char="●"/>
              <a:defRPr/>
            </a:lvl4pPr>
            <a:lvl5pPr indent="-292100" lvl="4" marL="2286000" algn="l">
              <a:lnSpc>
                <a:spcPct val="115000"/>
              </a:lnSpc>
              <a:spcBef>
                <a:spcPts val="0"/>
              </a:spcBef>
              <a:spcAft>
                <a:spcPts val="0"/>
              </a:spcAft>
              <a:buSzPts val="1000"/>
              <a:buFont typeface="Instrument Sans"/>
              <a:buChar char="○"/>
              <a:defRPr/>
            </a:lvl5pPr>
            <a:lvl6pPr indent="-292100" lvl="5" marL="2743200" algn="l">
              <a:lnSpc>
                <a:spcPct val="115000"/>
              </a:lnSpc>
              <a:spcBef>
                <a:spcPts val="0"/>
              </a:spcBef>
              <a:spcAft>
                <a:spcPts val="0"/>
              </a:spcAft>
              <a:buSzPts val="1000"/>
              <a:buFont typeface="Instrument Sans"/>
              <a:buChar char="■"/>
              <a:defRPr/>
            </a:lvl6pPr>
            <a:lvl7pPr indent="-292100" lvl="6" marL="3200400" algn="l">
              <a:lnSpc>
                <a:spcPct val="115000"/>
              </a:lnSpc>
              <a:spcBef>
                <a:spcPts val="0"/>
              </a:spcBef>
              <a:spcAft>
                <a:spcPts val="0"/>
              </a:spcAft>
              <a:buSzPts val="1000"/>
              <a:buFont typeface="Instrument Sans"/>
              <a:buChar char="●"/>
              <a:defRPr/>
            </a:lvl7pPr>
            <a:lvl8pPr indent="-292100" lvl="7" marL="3657600" algn="l">
              <a:lnSpc>
                <a:spcPct val="115000"/>
              </a:lnSpc>
              <a:spcBef>
                <a:spcPts val="0"/>
              </a:spcBef>
              <a:spcAft>
                <a:spcPts val="0"/>
              </a:spcAft>
              <a:buSzPts val="1000"/>
              <a:buFont typeface="Instrument Sans"/>
              <a:buChar char="○"/>
              <a:defRPr/>
            </a:lvl8pPr>
            <a:lvl9pPr indent="-292100" lvl="8" marL="4114800" algn="l">
              <a:lnSpc>
                <a:spcPct val="115000"/>
              </a:lnSpc>
              <a:spcBef>
                <a:spcPts val="0"/>
              </a:spcBef>
              <a:spcAft>
                <a:spcPts val="0"/>
              </a:spcAft>
              <a:buSzPts val="1000"/>
              <a:buFont typeface="Instrument Sans"/>
              <a:buChar char="■"/>
              <a:defRPr/>
            </a:lvl9pPr>
          </a:lstStyle>
          <a:p/>
        </p:txBody>
      </p:sp>
      <p:sp>
        <p:nvSpPr>
          <p:cNvPr id="790" name="Google Shape;790;g39c1a85cac3_0_791"/>
          <p:cNvSpPr txBox="1"/>
          <p:nvPr>
            <p:ph idx="3" type="body"/>
          </p:nvPr>
        </p:nvSpPr>
        <p:spPr>
          <a:xfrm>
            <a:off x="5368750" y="2579750"/>
            <a:ext cx="2378400" cy="1946700"/>
          </a:xfrm>
          <a:prstGeom prst="rect">
            <a:avLst/>
          </a:prstGeom>
          <a:noFill/>
          <a:ln>
            <a:noFill/>
          </a:ln>
        </p:spPr>
        <p:txBody>
          <a:bodyPr anchorCtr="0" anchor="t" bIns="91425" lIns="0"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791" name="Google Shape;791;g39c1a85cac3_0_791"/>
          <p:cNvSpPr/>
          <p:nvPr>
            <p:ph idx="4" type="pic"/>
          </p:nvPr>
        </p:nvSpPr>
        <p:spPr>
          <a:xfrm>
            <a:off x="7752125" y="2584175"/>
            <a:ext cx="1266600" cy="2093700"/>
          </a:xfrm>
          <a:prstGeom prst="rect">
            <a:avLst/>
          </a:prstGeom>
          <a:noFill/>
          <a:ln>
            <a:noFill/>
          </a:ln>
        </p:spPr>
      </p:sp>
      <p:sp>
        <p:nvSpPr>
          <p:cNvPr id="792" name="Google Shape;792;g39c1a85cac3_0_791"/>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93" name="Google Shape;793;g39c1a85cac3_0_791"/>
          <p:cNvSpPr txBox="1"/>
          <p:nvPr>
            <p:ph idx="5" type="subTitle"/>
          </p:nvPr>
        </p:nvSpPr>
        <p:spPr>
          <a:xfrm>
            <a:off x="285488" y="1897000"/>
            <a:ext cx="2385000" cy="4491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400"/>
              <a:buNone/>
              <a:defRPr>
                <a:solidFill>
                  <a:schemeClr val="accent6"/>
                </a:solidFill>
              </a:defRPr>
            </a:lvl2pPr>
            <a:lvl3pPr lvl="2" algn="l">
              <a:lnSpc>
                <a:spcPct val="115000"/>
              </a:lnSpc>
              <a:spcBef>
                <a:spcPts val="0"/>
              </a:spcBef>
              <a:spcAft>
                <a:spcPts val="0"/>
              </a:spcAft>
              <a:buClr>
                <a:schemeClr val="accent6"/>
              </a:buClr>
              <a:buSzPts val="1400"/>
              <a:buNone/>
              <a:defRPr>
                <a:solidFill>
                  <a:schemeClr val="accent6"/>
                </a:solidFill>
              </a:defRPr>
            </a:lvl3pPr>
            <a:lvl4pPr lvl="3" algn="l">
              <a:lnSpc>
                <a:spcPct val="115000"/>
              </a:lnSpc>
              <a:spcBef>
                <a:spcPts val="0"/>
              </a:spcBef>
              <a:spcAft>
                <a:spcPts val="0"/>
              </a:spcAft>
              <a:buClr>
                <a:schemeClr val="accent6"/>
              </a:buClr>
              <a:buSzPts val="1400"/>
              <a:buNone/>
              <a:defRPr>
                <a:solidFill>
                  <a:schemeClr val="accent6"/>
                </a:solidFill>
              </a:defRPr>
            </a:lvl4pPr>
            <a:lvl5pPr lvl="4" algn="l">
              <a:lnSpc>
                <a:spcPct val="115000"/>
              </a:lnSpc>
              <a:spcBef>
                <a:spcPts val="0"/>
              </a:spcBef>
              <a:spcAft>
                <a:spcPts val="0"/>
              </a:spcAft>
              <a:buClr>
                <a:schemeClr val="accent6"/>
              </a:buClr>
              <a:buSzPts val="1400"/>
              <a:buNone/>
              <a:defRPr>
                <a:solidFill>
                  <a:schemeClr val="accent6"/>
                </a:solidFill>
              </a:defRPr>
            </a:lvl5pPr>
            <a:lvl6pPr lvl="5" algn="l">
              <a:lnSpc>
                <a:spcPct val="115000"/>
              </a:lnSpc>
              <a:spcBef>
                <a:spcPts val="0"/>
              </a:spcBef>
              <a:spcAft>
                <a:spcPts val="0"/>
              </a:spcAft>
              <a:buClr>
                <a:schemeClr val="accent6"/>
              </a:buClr>
              <a:buSzPts val="1400"/>
              <a:buNone/>
              <a:defRPr>
                <a:solidFill>
                  <a:schemeClr val="accent6"/>
                </a:solidFill>
              </a:defRPr>
            </a:lvl6pPr>
            <a:lvl7pPr lvl="6" algn="l">
              <a:lnSpc>
                <a:spcPct val="115000"/>
              </a:lnSpc>
              <a:spcBef>
                <a:spcPts val="0"/>
              </a:spcBef>
              <a:spcAft>
                <a:spcPts val="0"/>
              </a:spcAft>
              <a:buClr>
                <a:schemeClr val="accent6"/>
              </a:buClr>
              <a:buSzPts val="1400"/>
              <a:buNone/>
              <a:defRPr>
                <a:solidFill>
                  <a:schemeClr val="accent6"/>
                </a:solidFill>
              </a:defRPr>
            </a:lvl7pPr>
            <a:lvl8pPr lvl="7" algn="l">
              <a:lnSpc>
                <a:spcPct val="115000"/>
              </a:lnSpc>
              <a:spcBef>
                <a:spcPts val="0"/>
              </a:spcBef>
              <a:spcAft>
                <a:spcPts val="0"/>
              </a:spcAft>
              <a:buClr>
                <a:schemeClr val="accent6"/>
              </a:buClr>
              <a:buSzPts val="1400"/>
              <a:buNone/>
              <a:defRPr>
                <a:solidFill>
                  <a:schemeClr val="accent6"/>
                </a:solidFill>
              </a:defRPr>
            </a:lvl8pPr>
            <a:lvl9pPr lvl="8" algn="l">
              <a:lnSpc>
                <a:spcPct val="115000"/>
              </a:lnSpc>
              <a:spcBef>
                <a:spcPts val="0"/>
              </a:spcBef>
              <a:spcAft>
                <a:spcPts val="0"/>
              </a:spcAft>
              <a:buClr>
                <a:schemeClr val="accent6"/>
              </a:buClr>
              <a:buSzPts val="1400"/>
              <a:buNone/>
              <a:defRPr>
                <a:solidFill>
                  <a:schemeClr val="accent6"/>
                </a:solidFill>
              </a:defRPr>
            </a:lvl9pPr>
          </a:lstStyle>
          <a:p/>
        </p:txBody>
      </p:sp>
      <p:sp>
        <p:nvSpPr>
          <p:cNvPr id="794" name="Google Shape;794;g39c1a85cac3_0_791"/>
          <p:cNvSpPr txBox="1"/>
          <p:nvPr>
            <p:ph idx="6" type="subTitle"/>
          </p:nvPr>
        </p:nvSpPr>
        <p:spPr>
          <a:xfrm>
            <a:off x="2827113" y="1897000"/>
            <a:ext cx="2385000" cy="4491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400"/>
              <a:buNone/>
              <a:defRPr>
                <a:solidFill>
                  <a:schemeClr val="accent6"/>
                </a:solidFill>
              </a:defRPr>
            </a:lvl2pPr>
            <a:lvl3pPr lvl="2" algn="l">
              <a:lnSpc>
                <a:spcPct val="115000"/>
              </a:lnSpc>
              <a:spcBef>
                <a:spcPts val="0"/>
              </a:spcBef>
              <a:spcAft>
                <a:spcPts val="0"/>
              </a:spcAft>
              <a:buClr>
                <a:schemeClr val="accent6"/>
              </a:buClr>
              <a:buSzPts val="1400"/>
              <a:buNone/>
              <a:defRPr>
                <a:solidFill>
                  <a:schemeClr val="accent6"/>
                </a:solidFill>
              </a:defRPr>
            </a:lvl3pPr>
            <a:lvl4pPr lvl="3" algn="l">
              <a:lnSpc>
                <a:spcPct val="115000"/>
              </a:lnSpc>
              <a:spcBef>
                <a:spcPts val="0"/>
              </a:spcBef>
              <a:spcAft>
                <a:spcPts val="0"/>
              </a:spcAft>
              <a:buClr>
                <a:schemeClr val="accent6"/>
              </a:buClr>
              <a:buSzPts val="1400"/>
              <a:buNone/>
              <a:defRPr>
                <a:solidFill>
                  <a:schemeClr val="accent6"/>
                </a:solidFill>
              </a:defRPr>
            </a:lvl4pPr>
            <a:lvl5pPr lvl="4" algn="l">
              <a:lnSpc>
                <a:spcPct val="115000"/>
              </a:lnSpc>
              <a:spcBef>
                <a:spcPts val="0"/>
              </a:spcBef>
              <a:spcAft>
                <a:spcPts val="0"/>
              </a:spcAft>
              <a:buClr>
                <a:schemeClr val="accent6"/>
              </a:buClr>
              <a:buSzPts val="1400"/>
              <a:buNone/>
              <a:defRPr>
                <a:solidFill>
                  <a:schemeClr val="accent6"/>
                </a:solidFill>
              </a:defRPr>
            </a:lvl5pPr>
            <a:lvl6pPr lvl="5" algn="l">
              <a:lnSpc>
                <a:spcPct val="115000"/>
              </a:lnSpc>
              <a:spcBef>
                <a:spcPts val="0"/>
              </a:spcBef>
              <a:spcAft>
                <a:spcPts val="0"/>
              </a:spcAft>
              <a:buClr>
                <a:schemeClr val="accent6"/>
              </a:buClr>
              <a:buSzPts val="1400"/>
              <a:buNone/>
              <a:defRPr>
                <a:solidFill>
                  <a:schemeClr val="accent6"/>
                </a:solidFill>
              </a:defRPr>
            </a:lvl6pPr>
            <a:lvl7pPr lvl="6" algn="l">
              <a:lnSpc>
                <a:spcPct val="115000"/>
              </a:lnSpc>
              <a:spcBef>
                <a:spcPts val="0"/>
              </a:spcBef>
              <a:spcAft>
                <a:spcPts val="0"/>
              </a:spcAft>
              <a:buClr>
                <a:schemeClr val="accent6"/>
              </a:buClr>
              <a:buSzPts val="1400"/>
              <a:buNone/>
              <a:defRPr>
                <a:solidFill>
                  <a:schemeClr val="accent6"/>
                </a:solidFill>
              </a:defRPr>
            </a:lvl7pPr>
            <a:lvl8pPr lvl="7" algn="l">
              <a:lnSpc>
                <a:spcPct val="115000"/>
              </a:lnSpc>
              <a:spcBef>
                <a:spcPts val="0"/>
              </a:spcBef>
              <a:spcAft>
                <a:spcPts val="0"/>
              </a:spcAft>
              <a:buClr>
                <a:schemeClr val="accent6"/>
              </a:buClr>
              <a:buSzPts val="1400"/>
              <a:buNone/>
              <a:defRPr>
                <a:solidFill>
                  <a:schemeClr val="accent6"/>
                </a:solidFill>
              </a:defRPr>
            </a:lvl8pPr>
            <a:lvl9pPr lvl="8" algn="l">
              <a:lnSpc>
                <a:spcPct val="115000"/>
              </a:lnSpc>
              <a:spcBef>
                <a:spcPts val="0"/>
              </a:spcBef>
              <a:spcAft>
                <a:spcPts val="0"/>
              </a:spcAft>
              <a:buClr>
                <a:schemeClr val="accent6"/>
              </a:buClr>
              <a:buSzPts val="1400"/>
              <a:buNone/>
              <a:defRPr>
                <a:solidFill>
                  <a:schemeClr val="accent6"/>
                </a:solidFill>
              </a:defRPr>
            </a:lvl9pPr>
          </a:lstStyle>
          <a:p/>
        </p:txBody>
      </p:sp>
      <p:sp>
        <p:nvSpPr>
          <p:cNvPr id="795" name="Google Shape;795;g39c1a85cac3_0_791"/>
          <p:cNvSpPr txBox="1"/>
          <p:nvPr>
            <p:ph idx="7" type="subTitle"/>
          </p:nvPr>
        </p:nvSpPr>
        <p:spPr>
          <a:xfrm>
            <a:off x="5368738" y="1897000"/>
            <a:ext cx="2385000" cy="4491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400"/>
              <a:buNone/>
              <a:defRPr>
                <a:solidFill>
                  <a:schemeClr val="accent6"/>
                </a:solidFill>
              </a:defRPr>
            </a:lvl2pPr>
            <a:lvl3pPr lvl="2" algn="l">
              <a:lnSpc>
                <a:spcPct val="115000"/>
              </a:lnSpc>
              <a:spcBef>
                <a:spcPts val="0"/>
              </a:spcBef>
              <a:spcAft>
                <a:spcPts val="0"/>
              </a:spcAft>
              <a:buClr>
                <a:schemeClr val="accent6"/>
              </a:buClr>
              <a:buSzPts val="1400"/>
              <a:buNone/>
              <a:defRPr>
                <a:solidFill>
                  <a:schemeClr val="accent6"/>
                </a:solidFill>
              </a:defRPr>
            </a:lvl3pPr>
            <a:lvl4pPr lvl="3" algn="l">
              <a:lnSpc>
                <a:spcPct val="115000"/>
              </a:lnSpc>
              <a:spcBef>
                <a:spcPts val="0"/>
              </a:spcBef>
              <a:spcAft>
                <a:spcPts val="0"/>
              </a:spcAft>
              <a:buClr>
                <a:schemeClr val="accent6"/>
              </a:buClr>
              <a:buSzPts val="1400"/>
              <a:buNone/>
              <a:defRPr>
                <a:solidFill>
                  <a:schemeClr val="accent6"/>
                </a:solidFill>
              </a:defRPr>
            </a:lvl4pPr>
            <a:lvl5pPr lvl="4" algn="l">
              <a:lnSpc>
                <a:spcPct val="115000"/>
              </a:lnSpc>
              <a:spcBef>
                <a:spcPts val="0"/>
              </a:spcBef>
              <a:spcAft>
                <a:spcPts val="0"/>
              </a:spcAft>
              <a:buClr>
                <a:schemeClr val="accent6"/>
              </a:buClr>
              <a:buSzPts val="1400"/>
              <a:buNone/>
              <a:defRPr>
                <a:solidFill>
                  <a:schemeClr val="accent6"/>
                </a:solidFill>
              </a:defRPr>
            </a:lvl5pPr>
            <a:lvl6pPr lvl="5" algn="l">
              <a:lnSpc>
                <a:spcPct val="115000"/>
              </a:lnSpc>
              <a:spcBef>
                <a:spcPts val="0"/>
              </a:spcBef>
              <a:spcAft>
                <a:spcPts val="0"/>
              </a:spcAft>
              <a:buClr>
                <a:schemeClr val="accent6"/>
              </a:buClr>
              <a:buSzPts val="1400"/>
              <a:buNone/>
              <a:defRPr>
                <a:solidFill>
                  <a:schemeClr val="accent6"/>
                </a:solidFill>
              </a:defRPr>
            </a:lvl6pPr>
            <a:lvl7pPr lvl="6" algn="l">
              <a:lnSpc>
                <a:spcPct val="115000"/>
              </a:lnSpc>
              <a:spcBef>
                <a:spcPts val="0"/>
              </a:spcBef>
              <a:spcAft>
                <a:spcPts val="0"/>
              </a:spcAft>
              <a:buClr>
                <a:schemeClr val="accent6"/>
              </a:buClr>
              <a:buSzPts val="1400"/>
              <a:buNone/>
              <a:defRPr>
                <a:solidFill>
                  <a:schemeClr val="accent6"/>
                </a:solidFill>
              </a:defRPr>
            </a:lvl7pPr>
            <a:lvl8pPr lvl="7" algn="l">
              <a:lnSpc>
                <a:spcPct val="115000"/>
              </a:lnSpc>
              <a:spcBef>
                <a:spcPts val="0"/>
              </a:spcBef>
              <a:spcAft>
                <a:spcPts val="0"/>
              </a:spcAft>
              <a:buClr>
                <a:schemeClr val="accent6"/>
              </a:buClr>
              <a:buSzPts val="1400"/>
              <a:buNone/>
              <a:defRPr>
                <a:solidFill>
                  <a:schemeClr val="accent6"/>
                </a:solidFill>
              </a:defRPr>
            </a:lvl8pPr>
            <a:lvl9pPr lvl="8" algn="l">
              <a:lnSpc>
                <a:spcPct val="115000"/>
              </a:lnSpc>
              <a:spcBef>
                <a:spcPts val="0"/>
              </a:spcBef>
              <a:spcAft>
                <a:spcPts val="0"/>
              </a:spcAft>
              <a:buClr>
                <a:schemeClr val="accent6"/>
              </a:buClr>
              <a:buSzPts val="1400"/>
              <a:buNone/>
              <a:defRPr>
                <a:solidFill>
                  <a:schemeClr val="accent6"/>
                </a:solidFill>
              </a:defRPr>
            </a:lvl9pPr>
          </a:lstStyle>
          <a:p/>
        </p:txBody>
      </p:sp>
      <p:sp>
        <p:nvSpPr>
          <p:cNvPr id="796" name="Google Shape;796;g39c1a85cac3_0_791"/>
          <p:cNvSpPr txBox="1"/>
          <p:nvPr>
            <p:ph idx="8" type="subTitle"/>
          </p:nvPr>
        </p:nvSpPr>
        <p:spPr>
          <a:xfrm>
            <a:off x="407700" y="1388800"/>
            <a:ext cx="1162500" cy="334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9pPr>
          </a:lstStyle>
          <a:p/>
        </p:txBody>
      </p:sp>
      <p:sp>
        <p:nvSpPr>
          <p:cNvPr id="797" name="Google Shape;797;g39c1a85cac3_0_791"/>
          <p:cNvSpPr txBox="1"/>
          <p:nvPr>
            <p:ph idx="9" type="subTitle"/>
          </p:nvPr>
        </p:nvSpPr>
        <p:spPr>
          <a:xfrm>
            <a:off x="2952363" y="1399625"/>
            <a:ext cx="1162500" cy="334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9pPr>
          </a:lstStyle>
          <a:p/>
        </p:txBody>
      </p:sp>
      <p:sp>
        <p:nvSpPr>
          <p:cNvPr id="798" name="Google Shape;798;g39c1a85cac3_0_791"/>
          <p:cNvSpPr txBox="1"/>
          <p:nvPr>
            <p:ph idx="13" type="subTitle"/>
          </p:nvPr>
        </p:nvSpPr>
        <p:spPr>
          <a:xfrm>
            <a:off x="5497038" y="1399625"/>
            <a:ext cx="1162500" cy="334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9pPr>
          </a:lstStyle>
          <a:p/>
        </p:txBody>
      </p:sp>
      <p:sp>
        <p:nvSpPr>
          <p:cNvPr id="799" name="Google Shape;799;g39c1a85cac3_0_791"/>
          <p:cNvSpPr txBox="1"/>
          <p:nvPr>
            <p:ph type="title"/>
          </p:nvPr>
        </p:nvSpPr>
        <p:spPr>
          <a:xfrm>
            <a:off x="139700" y="228600"/>
            <a:ext cx="5242500" cy="609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CUSTOM_6">
    <p:spTree>
      <p:nvGrpSpPr>
        <p:cNvPr id="800" name="Shape 800"/>
        <p:cNvGrpSpPr/>
        <p:nvPr/>
      </p:nvGrpSpPr>
      <p:grpSpPr>
        <a:xfrm>
          <a:off x="0" y="0"/>
          <a:ext cx="0" cy="0"/>
          <a:chOff x="0" y="0"/>
          <a:chExt cx="0" cy="0"/>
        </a:xfrm>
      </p:grpSpPr>
      <p:sp>
        <p:nvSpPr>
          <p:cNvPr id="801" name="Google Shape;801;g39c1a85cac3_0_807"/>
          <p:cNvSpPr txBox="1"/>
          <p:nvPr>
            <p:ph idx="1" type="subTitle"/>
          </p:nvPr>
        </p:nvSpPr>
        <p:spPr>
          <a:xfrm>
            <a:off x="2679700" y="1295400"/>
            <a:ext cx="3801300" cy="336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a:lvl1pPr>
            <a:lvl2pPr lvl="1" algn="l">
              <a:lnSpc>
                <a:spcPct val="115000"/>
              </a:lnSpc>
              <a:spcBef>
                <a:spcPts val="0"/>
              </a:spcBef>
              <a:spcAft>
                <a:spcPts val="0"/>
              </a:spcAft>
              <a:buClr>
                <a:schemeClr val="lt1"/>
              </a:buClr>
              <a:buSzPts val="1400"/>
              <a:buFont typeface="Poppins"/>
              <a:buNone/>
              <a:defRPr>
                <a:solidFill>
                  <a:schemeClr val="lt1"/>
                </a:solidFill>
              </a:defRPr>
            </a:lvl2pPr>
            <a:lvl3pPr lvl="2" algn="l">
              <a:lnSpc>
                <a:spcPct val="115000"/>
              </a:lnSpc>
              <a:spcBef>
                <a:spcPts val="0"/>
              </a:spcBef>
              <a:spcAft>
                <a:spcPts val="0"/>
              </a:spcAft>
              <a:buClr>
                <a:schemeClr val="lt1"/>
              </a:buClr>
              <a:buSzPts val="1400"/>
              <a:buFont typeface="Poppins"/>
              <a:buNone/>
              <a:defRPr>
                <a:solidFill>
                  <a:schemeClr val="lt1"/>
                </a:solidFill>
              </a:defRPr>
            </a:lvl3pPr>
            <a:lvl4pPr lvl="3" algn="l">
              <a:lnSpc>
                <a:spcPct val="115000"/>
              </a:lnSpc>
              <a:spcBef>
                <a:spcPts val="0"/>
              </a:spcBef>
              <a:spcAft>
                <a:spcPts val="0"/>
              </a:spcAft>
              <a:buClr>
                <a:schemeClr val="lt1"/>
              </a:buClr>
              <a:buSzPts val="1400"/>
              <a:buFont typeface="Poppins"/>
              <a:buNone/>
              <a:defRPr>
                <a:solidFill>
                  <a:schemeClr val="lt1"/>
                </a:solidFill>
              </a:defRPr>
            </a:lvl4pPr>
            <a:lvl5pPr lvl="4" algn="l">
              <a:lnSpc>
                <a:spcPct val="115000"/>
              </a:lnSpc>
              <a:spcBef>
                <a:spcPts val="0"/>
              </a:spcBef>
              <a:spcAft>
                <a:spcPts val="0"/>
              </a:spcAft>
              <a:buClr>
                <a:schemeClr val="lt1"/>
              </a:buClr>
              <a:buSzPts val="1400"/>
              <a:buFont typeface="Poppins"/>
              <a:buNone/>
              <a:defRPr>
                <a:solidFill>
                  <a:schemeClr val="lt1"/>
                </a:solidFill>
              </a:defRPr>
            </a:lvl5pPr>
            <a:lvl6pPr lvl="5" algn="l">
              <a:lnSpc>
                <a:spcPct val="115000"/>
              </a:lnSpc>
              <a:spcBef>
                <a:spcPts val="0"/>
              </a:spcBef>
              <a:spcAft>
                <a:spcPts val="0"/>
              </a:spcAft>
              <a:buClr>
                <a:schemeClr val="lt1"/>
              </a:buClr>
              <a:buSzPts val="1400"/>
              <a:buFont typeface="Poppins"/>
              <a:buNone/>
              <a:defRPr>
                <a:solidFill>
                  <a:schemeClr val="lt1"/>
                </a:solidFill>
              </a:defRPr>
            </a:lvl6pPr>
            <a:lvl7pPr lvl="6" algn="l">
              <a:lnSpc>
                <a:spcPct val="115000"/>
              </a:lnSpc>
              <a:spcBef>
                <a:spcPts val="0"/>
              </a:spcBef>
              <a:spcAft>
                <a:spcPts val="0"/>
              </a:spcAft>
              <a:buClr>
                <a:schemeClr val="lt1"/>
              </a:buClr>
              <a:buSzPts val="1400"/>
              <a:buFont typeface="Poppins"/>
              <a:buNone/>
              <a:defRPr>
                <a:solidFill>
                  <a:schemeClr val="lt1"/>
                </a:solidFill>
              </a:defRPr>
            </a:lvl7pPr>
            <a:lvl8pPr lvl="7" algn="l">
              <a:lnSpc>
                <a:spcPct val="115000"/>
              </a:lnSpc>
              <a:spcBef>
                <a:spcPts val="0"/>
              </a:spcBef>
              <a:spcAft>
                <a:spcPts val="0"/>
              </a:spcAft>
              <a:buClr>
                <a:schemeClr val="lt1"/>
              </a:buClr>
              <a:buSzPts val="1400"/>
              <a:buFont typeface="Poppins"/>
              <a:buNone/>
              <a:defRPr>
                <a:solidFill>
                  <a:schemeClr val="lt1"/>
                </a:solidFill>
              </a:defRPr>
            </a:lvl8pPr>
            <a:lvl9pPr lvl="8" algn="l">
              <a:lnSpc>
                <a:spcPct val="115000"/>
              </a:lnSpc>
              <a:spcBef>
                <a:spcPts val="0"/>
              </a:spcBef>
              <a:spcAft>
                <a:spcPts val="0"/>
              </a:spcAft>
              <a:buClr>
                <a:schemeClr val="lt1"/>
              </a:buClr>
              <a:buSzPts val="1400"/>
              <a:buFont typeface="Poppins"/>
              <a:buNone/>
              <a:defRPr>
                <a:solidFill>
                  <a:schemeClr val="lt1"/>
                </a:solidFill>
              </a:defRPr>
            </a:lvl9pPr>
          </a:lstStyle>
          <a:p/>
        </p:txBody>
      </p:sp>
      <p:sp>
        <p:nvSpPr>
          <p:cNvPr id="802" name="Google Shape;802;g39c1a85cac3_0_807"/>
          <p:cNvSpPr txBox="1"/>
          <p:nvPr>
            <p:ph idx="2" type="body"/>
          </p:nvPr>
        </p:nvSpPr>
        <p:spPr>
          <a:xfrm>
            <a:off x="2679700" y="1744013"/>
            <a:ext cx="2533200" cy="8469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803" name="Google Shape;803;g39c1a85cac3_0_807"/>
          <p:cNvSpPr txBox="1"/>
          <p:nvPr>
            <p:ph idx="3" type="subTitle"/>
          </p:nvPr>
        </p:nvSpPr>
        <p:spPr>
          <a:xfrm>
            <a:off x="139700" y="2570150"/>
            <a:ext cx="2525100" cy="336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400"/>
              <a:buNone/>
              <a:defRPr>
                <a:solidFill>
                  <a:schemeClr val="accent6"/>
                </a:solidFill>
              </a:defRPr>
            </a:lvl2pPr>
            <a:lvl3pPr lvl="2" algn="l">
              <a:lnSpc>
                <a:spcPct val="115000"/>
              </a:lnSpc>
              <a:spcBef>
                <a:spcPts val="0"/>
              </a:spcBef>
              <a:spcAft>
                <a:spcPts val="0"/>
              </a:spcAft>
              <a:buClr>
                <a:schemeClr val="accent6"/>
              </a:buClr>
              <a:buSzPts val="1400"/>
              <a:buNone/>
              <a:defRPr>
                <a:solidFill>
                  <a:schemeClr val="accent6"/>
                </a:solidFill>
              </a:defRPr>
            </a:lvl3pPr>
            <a:lvl4pPr lvl="3" algn="l">
              <a:lnSpc>
                <a:spcPct val="115000"/>
              </a:lnSpc>
              <a:spcBef>
                <a:spcPts val="0"/>
              </a:spcBef>
              <a:spcAft>
                <a:spcPts val="0"/>
              </a:spcAft>
              <a:buClr>
                <a:schemeClr val="accent6"/>
              </a:buClr>
              <a:buSzPts val="1400"/>
              <a:buNone/>
              <a:defRPr>
                <a:solidFill>
                  <a:schemeClr val="accent6"/>
                </a:solidFill>
              </a:defRPr>
            </a:lvl4pPr>
            <a:lvl5pPr lvl="4" algn="l">
              <a:lnSpc>
                <a:spcPct val="115000"/>
              </a:lnSpc>
              <a:spcBef>
                <a:spcPts val="0"/>
              </a:spcBef>
              <a:spcAft>
                <a:spcPts val="0"/>
              </a:spcAft>
              <a:buClr>
                <a:schemeClr val="accent6"/>
              </a:buClr>
              <a:buSzPts val="1400"/>
              <a:buNone/>
              <a:defRPr>
                <a:solidFill>
                  <a:schemeClr val="accent6"/>
                </a:solidFill>
              </a:defRPr>
            </a:lvl5pPr>
            <a:lvl6pPr lvl="5" algn="l">
              <a:lnSpc>
                <a:spcPct val="115000"/>
              </a:lnSpc>
              <a:spcBef>
                <a:spcPts val="0"/>
              </a:spcBef>
              <a:spcAft>
                <a:spcPts val="0"/>
              </a:spcAft>
              <a:buClr>
                <a:schemeClr val="accent6"/>
              </a:buClr>
              <a:buSzPts val="1400"/>
              <a:buNone/>
              <a:defRPr>
                <a:solidFill>
                  <a:schemeClr val="accent6"/>
                </a:solidFill>
              </a:defRPr>
            </a:lvl6pPr>
            <a:lvl7pPr lvl="6" algn="l">
              <a:lnSpc>
                <a:spcPct val="115000"/>
              </a:lnSpc>
              <a:spcBef>
                <a:spcPts val="0"/>
              </a:spcBef>
              <a:spcAft>
                <a:spcPts val="0"/>
              </a:spcAft>
              <a:buClr>
                <a:schemeClr val="accent6"/>
              </a:buClr>
              <a:buSzPts val="1400"/>
              <a:buNone/>
              <a:defRPr>
                <a:solidFill>
                  <a:schemeClr val="accent6"/>
                </a:solidFill>
              </a:defRPr>
            </a:lvl7pPr>
            <a:lvl8pPr lvl="7" algn="l">
              <a:lnSpc>
                <a:spcPct val="115000"/>
              </a:lnSpc>
              <a:spcBef>
                <a:spcPts val="0"/>
              </a:spcBef>
              <a:spcAft>
                <a:spcPts val="0"/>
              </a:spcAft>
              <a:buClr>
                <a:schemeClr val="accent6"/>
              </a:buClr>
              <a:buSzPts val="1400"/>
              <a:buNone/>
              <a:defRPr>
                <a:solidFill>
                  <a:schemeClr val="accent6"/>
                </a:solidFill>
              </a:defRPr>
            </a:lvl8pPr>
            <a:lvl9pPr lvl="8" algn="l">
              <a:lnSpc>
                <a:spcPct val="115000"/>
              </a:lnSpc>
              <a:spcBef>
                <a:spcPts val="0"/>
              </a:spcBef>
              <a:spcAft>
                <a:spcPts val="0"/>
              </a:spcAft>
              <a:buClr>
                <a:schemeClr val="accent6"/>
              </a:buClr>
              <a:buSzPts val="1400"/>
              <a:buNone/>
              <a:defRPr>
                <a:solidFill>
                  <a:schemeClr val="accent6"/>
                </a:solidFill>
              </a:defRPr>
            </a:lvl9pPr>
          </a:lstStyle>
          <a:p/>
        </p:txBody>
      </p:sp>
      <p:sp>
        <p:nvSpPr>
          <p:cNvPr id="804" name="Google Shape;804;g39c1a85cac3_0_807"/>
          <p:cNvSpPr txBox="1"/>
          <p:nvPr>
            <p:ph idx="4" type="body"/>
          </p:nvPr>
        </p:nvSpPr>
        <p:spPr>
          <a:xfrm>
            <a:off x="139700" y="3059100"/>
            <a:ext cx="2525100" cy="16245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805" name="Google Shape;805;g39c1a85cac3_0_807"/>
          <p:cNvSpPr txBox="1"/>
          <p:nvPr>
            <p:ph idx="5" type="subTitle"/>
          </p:nvPr>
        </p:nvSpPr>
        <p:spPr>
          <a:xfrm>
            <a:off x="2677600" y="2570150"/>
            <a:ext cx="2525100" cy="336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9pPr>
          </a:lstStyle>
          <a:p/>
        </p:txBody>
      </p:sp>
      <p:sp>
        <p:nvSpPr>
          <p:cNvPr id="806" name="Google Shape;806;g39c1a85cac3_0_807"/>
          <p:cNvSpPr txBox="1"/>
          <p:nvPr>
            <p:ph idx="6" type="body"/>
          </p:nvPr>
        </p:nvSpPr>
        <p:spPr>
          <a:xfrm>
            <a:off x="2677600" y="3059100"/>
            <a:ext cx="2525100" cy="16245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807" name="Google Shape;807;g39c1a85cac3_0_807"/>
          <p:cNvSpPr txBox="1"/>
          <p:nvPr>
            <p:ph idx="7" type="subTitle"/>
          </p:nvPr>
        </p:nvSpPr>
        <p:spPr>
          <a:xfrm>
            <a:off x="5210575" y="2570150"/>
            <a:ext cx="2525100" cy="336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400"/>
              <a:buNone/>
              <a:defRPr>
                <a:solidFill>
                  <a:schemeClr val="accent6"/>
                </a:solidFill>
              </a:defRPr>
            </a:lvl2pPr>
            <a:lvl3pPr lvl="2" algn="l">
              <a:lnSpc>
                <a:spcPct val="115000"/>
              </a:lnSpc>
              <a:spcBef>
                <a:spcPts val="0"/>
              </a:spcBef>
              <a:spcAft>
                <a:spcPts val="0"/>
              </a:spcAft>
              <a:buClr>
                <a:schemeClr val="accent6"/>
              </a:buClr>
              <a:buSzPts val="1400"/>
              <a:buNone/>
              <a:defRPr>
                <a:solidFill>
                  <a:schemeClr val="accent6"/>
                </a:solidFill>
              </a:defRPr>
            </a:lvl3pPr>
            <a:lvl4pPr lvl="3" algn="l">
              <a:lnSpc>
                <a:spcPct val="115000"/>
              </a:lnSpc>
              <a:spcBef>
                <a:spcPts val="0"/>
              </a:spcBef>
              <a:spcAft>
                <a:spcPts val="0"/>
              </a:spcAft>
              <a:buClr>
                <a:schemeClr val="accent6"/>
              </a:buClr>
              <a:buSzPts val="1400"/>
              <a:buNone/>
              <a:defRPr>
                <a:solidFill>
                  <a:schemeClr val="accent6"/>
                </a:solidFill>
              </a:defRPr>
            </a:lvl4pPr>
            <a:lvl5pPr lvl="4" algn="l">
              <a:lnSpc>
                <a:spcPct val="115000"/>
              </a:lnSpc>
              <a:spcBef>
                <a:spcPts val="0"/>
              </a:spcBef>
              <a:spcAft>
                <a:spcPts val="0"/>
              </a:spcAft>
              <a:buClr>
                <a:schemeClr val="accent6"/>
              </a:buClr>
              <a:buSzPts val="1400"/>
              <a:buNone/>
              <a:defRPr>
                <a:solidFill>
                  <a:schemeClr val="accent6"/>
                </a:solidFill>
              </a:defRPr>
            </a:lvl5pPr>
            <a:lvl6pPr lvl="5" algn="l">
              <a:lnSpc>
                <a:spcPct val="115000"/>
              </a:lnSpc>
              <a:spcBef>
                <a:spcPts val="0"/>
              </a:spcBef>
              <a:spcAft>
                <a:spcPts val="0"/>
              </a:spcAft>
              <a:buClr>
                <a:schemeClr val="accent6"/>
              </a:buClr>
              <a:buSzPts val="1400"/>
              <a:buNone/>
              <a:defRPr>
                <a:solidFill>
                  <a:schemeClr val="accent6"/>
                </a:solidFill>
              </a:defRPr>
            </a:lvl6pPr>
            <a:lvl7pPr lvl="6" algn="l">
              <a:lnSpc>
                <a:spcPct val="115000"/>
              </a:lnSpc>
              <a:spcBef>
                <a:spcPts val="0"/>
              </a:spcBef>
              <a:spcAft>
                <a:spcPts val="0"/>
              </a:spcAft>
              <a:buClr>
                <a:schemeClr val="accent6"/>
              </a:buClr>
              <a:buSzPts val="1400"/>
              <a:buNone/>
              <a:defRPr>
                <a:solidFill>
                  <a:schemeClr val="accent6"/>
                </a:solidFill>
              </a:defRPr>
            </a:lvl7pPr>
            <a:lvl8pPr lvl="7" algn="l">
              <a:lnSpc>
                <a:spcPct val="115000"/>
              </a:lnSpc>
              <a:spcBef>
                <a:spcPts val="0"/>
              </a:spcBef>
              <a:spcAft>
                <a:spcPts val="0"/>
              </a:spcAft>
              <a:buClr>
                <a:schemeClr val="accent6"/>
              </a:buClr>
              <a:buSzPts val="1400"/>
              <a:buNone/>
              <a:defRPr>
                <a:solidFill>
                  <a:schemeClr val="accent6"/>
                </a:solidFill>
              </a:defRPr>
            </a:lvl8pPr>
            <a:lvl9pPr lvl="8" algn="l">
              <a:lnSpc>
                <a:spcPct val="115000"/>
              </a:lnSpc>
              <a:spcBef>
                <a:spcPts val="0"/>
              </a:spcBef>
              <a:spcAft>
                <a:spcPts val="0"/>
              </a:spcAft>
              <a:buClr>
                <a:schemeClr val="accent6"/>
              </a:buClr>
              <a:buSzPts val="1400"/>
              <a:buNone/>
              <a:defRPr>
                <a:solidFill>
                  <a:schemeClr val="accent6"/>
                </a:solidFill>
              </a:defRPr>
            </a:lvl9pPr>
          </a:lstStyle>
          <a:p/>
        </p:txBody>
      </p:sp>
      <p:sp>
        <p:nvSpPr>
          <p:cNvPr id="808" name="Google Shape;808;g39c1a85cac3_0_807"/>
          <p:cNvSpPr txBox="1"/>
          <p:nvPr>
            <p:ph idx="8" type="body"/>
          </p:nvPr>
        </p:nvSpPr>
        <p:spPr>
          <a:xfrm>
            <a:off x="5210575" y="3059100"/>
            <a:ext cx="2525100" cy="16245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Clr>
                <a:schemeClr val="accent6"/>
              </a:buClr>
              <a:buSzPts val="1000"/>
              <a:buFont typeface="Instrument Sans"/>
              <a:buChar char="●"/>
              <a:defRPr>
                <a:solidFill>
                  <a:schemeClr val="accent6"/>
                </a:solidFill>
              </a:defRPr>
            </a:lvl1pPr>
            <a:lvl2pPr indent="-292100" lvl="1" marL="914400" algn="l">
              <a:lnSpc>
                <a:spcPct val="115000"/>
              </a:lnSpc>
              <a:spcBef>
                <a:spcPts val="0"/>
              </a:spcBef>
              <a:spcAft>
                <a:spcPts val="0"/>
              </a:spcAft>
              <a:buClr>
                <a:schemeClr val="accent6"/>
              </a:buClr>
              <a:buSzPts val="1000"/>
              <a:buFont typeface="Instrument Sans"/>
              <a:buChar char="○"/>
              <a:defRPr>
                <a:solidFill>
                  <a:schemeClr val="accent6"/>
                </a:solidFill>
              </a:defRPr>
            </a:lvl2pPr>
            <a:lvl3pPr indent="-292100" lvl="2" marL="1371600" algn="l">
              <a:lnSpc>
                <a:spcPct val="115000"/>
              </a:lnSpc>
              <a:spcBef>
                <a:spcPts val="0"/>
              </a:spcBef>
              <a:spcAft>
                <a:spcPts val="0"/>
              </a:spcAft>
              <a:buClr>
                <a:schemeClr val="accent6"/>
              </a:buClr>
              <a:buSzPts val="1000"/>
              <a:buFont typeface="Instrument Sans"/>
              <a:buChar char="■"/>
              <a:defRPr>
                <a:solidFill>
                  <a:schemeClr val="accent6"/>
                </a:solidFill>
              </a:defRPr>
            </a:lvl3pPr>
            <a:lvl4pPr indent="-292100" lvl="3" marL="1828800" algn="l">
              <a:lnSpc>
                <a:spcPct val="115000"/>
              </a:lnSpc>
              <a:spcBef>
                <a:spcPts val="0"/>
              </a:spcBef>
              <a:spcAft>
                <a:spcPts val="0"/>
              </a:spcAft>
              <a:buClr>
                <a:schemeClr val="accent6"/>
              </a:buClr>
              <a:buSzPts val="1000"/>
              <a:buFont typeface="Instrument Sans"/>
              <a:buChar char="●"/>
              <a:defRPr>
                <a:solidFill>
                  <a:schemeClr val="accent6"/>
                </a:solidFill>
              </a:defRPr>
            </a:lvl4pPr>
            <a:lvl5pPr indent="-292100" lvl="4" marL="2286000" algn="l">
              <a:lnSpc>
                <a:spcPct val="115000"/>
              </a:lnSpc>
              <a:spcBef>
                <a:spcPts val="0"/>
              </a:spcBef>
              <a:spcAft>
                <a:spcPts val="0"/>
              </a:spcAft>
              <a:buClr>
                <a:schemeClr val="accent6"/>
              </a:buClr>
              <a:buSzPts val="1000"/>
              <a:buFont typeface="Instrument Sans"/>
              <a:buChar char="○"/>
              <a:defRPr>
                <a:solidFill>
                  <a:schemeClr val="accent6"/>
                </a:solidFill>
              </a:defRPr>
            </a:lvl5pPr>
            <a:lvl6pPr indent="-292100" lvl="5" marL="2743200" algn="l">
              <a:lnSpc>
                <a:spcPct val="115000"/>
              </a:lnSpc>
              <a:spcBef>
                <a:spcPts val="0"/>
              </a:spcBef>
              <a:spcAft>
                <a:spcPts val="0"/>
              </a:spcAft>
              <a:buClr>
                <a:schemeClr val="accent6"/>
              </a:buClr>
              <a:buSzPts val="1000"/>
              <a:buFont typeface="Instrument Sans"/>
              <a:buChar char="■"/>
              <a:defRPr>
                <a:solidFill>
                  <a:schemeClr val="accent6"/>
                </a:solidFill>
              </a:defRPr>
            </a:lvl6pPr>
            <a:lvl7pPr indent="-292100" lvl="6" marL="3200400" algn="l">
              <a:lnSpc>
                <a:spcPct val="115000"/>
              </a:lnSpc>
              <a:spcBef>
                <a:spcPts val="0"/>
              </a:spcBef>
              <a:spcAft>
                <a:spcPts val="0"/>
              </a:spcAft>
              <a:buClr>
                <a:schemeClr val="accent6"/>
              </a:buClr>
              <a:buSzPts val="1000"/>
              <a:buFont typeface="Instrument Sans"/>
              <a:buChar char="●"/>
              <a:defRPr>
                <a:solidFill>
                  <a:schemeClr val="accent6"/>
                </a:solidFill>
              </a:defRPr>
            </a:lvl7pPr>
            <a:lvl8pPr indent="-292100" lvl="7" marL="3657600" algn="l">
              <a:lnSpc>
                <a:spcPct val="115000"/>
              </a:lnSpc>
              <a:spcBef>
                <a:spcPts val="0"/>
              </a:spcBef>
              <a:spcAft>
                <a:spcPts val="0"/>
              </a:spcAft>
              <a:buClr>
                <a:schemeClr val="accent6"/>
              </a:buClr>
              <a:buSzPts val="1000"/>
              <a:buFont typeface="Instrument Sans"/>
              <a:buChar char="○"/>
              <a:defRPr>
                <a:solidFill>
                  <a:schemeClr val="accent6"/>
                </a:solidFill>
              </a:defRPr>
            </a:lvl8pPr>
            <a:lvl9pPr indent="-292100" lvl="8" marL="4114800" algn="l">
              <a:lnSpc>
                <a:spcPct val="115000"/>
              </a:lnSpc>
              <a:spcBef>
                <a:spcPts val="0"/>
              </a:spcBef>
              <a:spcAft>
                <a:spcPts val="0"/>
              </a:spcAft>
              <a:buClr>
                <a:schemeClr val="accent6"/>
              </a:buClr>
              <a:buSzPts val="1000"/>
              <a:buFont typeface="Instrument Sans"/>
              <a:buChar char="■"/>
              <a:defRPr>
                <a:solidFill>
                  <a:schemeClr val="accent6"/>
                </a:solidFill>
              </a:defRPr>
            </a:lvl9pPr>
          </a:lstStyle>
          <a:p/>
        </p:txBody>
      </p:sp>
      <p:sp>
        <p:nvSpPr>
          <p:cNvPr id="809" name="Google Shape;809;g39c1a85cac3_0_807"/>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10" name="Google Shape;810;g39c1a85cac3_0_807"/>
          <p:cNvSpPr/>
          <p:nvPr>
            <p:ph idx="9" type="pic"/>
          </p:nvPr>
        </p:nvSpPr>
        <p:spPr>
          <a:xfrm>
            <a:off x="133525" y="1298275"/>
            <a:ext cx="2531400" cy="1278000"/>
          </a:xfrm>
          <a:prstGeom prst="rect">
            <a:avLst/>
          </a:prstGeom>
          <a:noFill/>
          <a:ln>
            <a:noFill/>
          </a:ln>
        </p:spPr>
      </p:sp>
      <p:sp>
        <p:nvSpPr>
          <p:cNvPr id="811" name="Google Shape;811;g39c1a85cac3_0_807"/>
          <p:cNvSpPr txBox="1"/>
          <p:nvPr>
            <p:ph type="title"/>
          </p:nvPr>
        </p:nvSpPr>
        <p:spPr>
          <a:xfrm>
            <a:off x="139700" y="228600"/>
            <a:ext cx="5079300" cy="10626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CUSTOM_10">
    <p:spTree>
      <p:nvGrpSpPr>
        <p:cNvPr id="812" name="Shape 812"/>
        <p:cNvGrpSpPr/>
        <p:nvPr/>
      </p:nvGrpSpPr>
      <p:grpSpPr>
        <a:xfrm>
          <a:off x="0" y="0"/>
          <a:ext cx="0" cy="0"/>
          <a:chOff x="0" y="0"/>
          <a:chExt cx="0" cy="0"/>
        </a:xfrm>
      </p:grpSpPr>
      <p:sp>
        <p:nvSpPr>
          <p:cNvPr id="813" name="Google Shape;813;g39c1a85cac3_0_819"/>
          <p:cNvSpPr txBox="1"/>
          <p:nvPr>
            <p:ph idx="1" type="body"/>
          </p:nvPr>
        </p:nvSpPr>
        <p:spPr>
          <a:xfrm>
            <a:off x="134950" y="3008128"/>
            <a:ext cx="2525100" cy="853200"/>
          </a:xfrm>
          <a:prstGeom prst="rect">
            <a:avLst/>
          </a:prstGeom>
          <a:noFill/>
          <a:ln>
            <a:noFill/>
          </a:ln>
        </p:spPr>
        <p:txBody>
          <a:bodyPr anchorCtr="0" anchor="t" bIns="91425" lIns="91425" spcFirstLastPara="1" rIns="91425"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814" name="Google Shape;814;g39c1a85cac3_0_819"/>
          <p:cNvSpPr txBox="1"/>
          <p:nvPr>
            <p:ph idx="2" type="body"/>
          </p:nvPr>
        </p:nvSpPr>
        <p:spPr>
          <a:xfrm>
            <a:off x="5215900" y="3008128"/>
            <a:ext cx="2525100" cy="853200"/>
          </a:xfrm>
          <a:prstGeom prst="rect">
            <a:avLst/>
          </a:prstGeom>
          <a:noFill/>
          <a:ln>
            <a:noFill/>
          </a:ln>
        </p:spPr>
        <p:txBody>
          <a:bodyPr anchorCtr="0" anchor="t" bIns="91425" lIns="91425" spcFirstLastPara="1" rIns="91425"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800"/>
              </a:spcBef>
              <a:spcAft>
                <a:spcPts val="0"/>
              </a:spcAft>
              <a:buClr>
                <a:schemeClr val="lt1"/>
              </a:buClr>
              <a:buSzPts val="1000"/>
              <a:buFont typeface="Instrument Sans"/>
              <a:buChar char="○"/>
              <a:defRPr/>
            </a:lvl2pPr>
            <a:lvl3pPr indent="-292100" lvl="2" marL="1371600" algn="l">
              <a:lnSpc>
                <a:spcPct val="115000"/>
              </a:lnSpc>
              <a:spcBef>
                <a:spcPts val="800"/>
              </a:spcBef>
              <a:spcAft>
                <a:spcPts val="0"/>
              </a:spcAft>
              <a:buClr>
                <a:schemeClr val="lt1"/>
              </a:buClr>
              <a:buSzPts val="1000"/>
              <a:buFont typeface="Instrument Sans"/>
              <a:buChar char="■"/>
              <a:defRPr/>
            </a:lvl3pPr>
            <a:lvl4pPr indent="-292100" lvl="3" marL="1828800" algn="l">
              <a:lnSpc>
                <a:spcPct val="115000"/>
              </a:lnSpc>
              <a:spcBef>
                <a:spcPts val="800"/>
              </a:spcBef>
              <a:spcAft>
                <a:spcPts val="0"/>
              </a:spcAft>
              <a:buClr>
                <a:schemeClr val="lt1"/>
              </a:buClr>
              <a:buSzPts val="1000"/>
              <a:buFont typeface="Instrument Sans"/>
              <a:buChar char="●"/>
              <a:defRPr/>
            </a:lvl4pPr>
            <a:lvl5pPr indent="-292100" lvl="4" marL="2286000" algn="l">
              <a:lnSpc>
                <a:spcPct val="115000"/>
              </a:lnSpc>
              <a:spcBef>
                <a:spcPts val="800"/>
              </a:spcBef>
              <a:spcAft>
                <a:spcPts val="0"/>
              </a:spcAft>
              <a:buClr>
                <a:schemeClr val="lt1"/>
              </a:buClr>
              <a:buSzPts val="1000"/>
              <a:buFont typeface="Instrument Sans"/>
              <a:buChar char="○"/>
              <a:defRPr/>
            </a:lvl5pPr>
            <a:lvl6pPr indent="-292100" lvl="5" marL="2743200" algn="l">
              <a:lnSpc>
                <a:spcPct val="115000"/>
              </a:lnSpc>
              <a:spcBef>
                <a:spcPts val="800"/>
              </a:spcBef>
              <a:spcAft>
                <a:spcPts val="0"/>
              </a:spcAft>
              <a:buClr>
                <a:schemeClr val="lt1"/>
              </a:buClr>
              <a:buSzPts val="1000"/>
              <a:buFont typeface="Instrument Sans"/>
              <a:buChar char="■"/>
              <a:defRPr/>
            </a:lvl6pPr>
            <a:lvl7pPr indent="-292100" lvl="6" marL="3200400" algn="l">
              <a:lnSpc>
                <a:spcPct val="115000"/>
              </a:lnSpc>
              <a:spcBef>
                <a:spcPts val="800"/>
              </a:spcBef>
              <a:spcAft>
                <a:spcPts val="0"/>
              </a:spcAft>
              <a:buClr>
                <a:schemeClr val="lt1"/>
              </a:buClr>
              <a:buSzPts val="1000"/>
              <a:buFont typeface="Instrument Sans"/>
              <a:buChar char="●"/>
              <a:defRPr/>
            </a:lvl7pPr>
            <a:lvl8pPr indent="-292100" lvl="7" marL="3657600" algn="l">
              <a:lnSpc>
                <a:spcPct val="115000"/>
              </a:lnSpc>
              <a:spcBef>
                <a:spcPts val="800"/>
              </a:spcBef>
              <a:spcAft>
                <a:spcPts val="0"/>
              </a:spcAft>
              <a:buClr>
                <a:schemeClr val="lt1"/>
              </a:buClr>
              <a:buSzPts val="1000"/>
              <a:buFont typeface="Instrument Sans"/>
              <a:buChar char="○"/>
              <a:defRPr/>
            </a:lvl8pPr>
            <a:lvl9pPr indent="-292100" lvl="8" marL="4114800" algn="l">
              <a:lnSpc>
                <a:spcPct val="115000"/>
              </a:lnSpc>
              <a:spcBef>
                <a:spcPts val="800"/>
              </a:spcBef>
              <a:spcAft>
                <a:spcPts val="800"/>
              </a:spcAft>
              <a:buClr>
                <a:schemeClr val="lt1"/>
              </a:buClr>
              <a:buSzPts val="1000"/>
              <a:buFont typeface="Instrument Sans"/>
              <a:buChar char="■"/>
              <a:defRPr/>
            </a:lvl9pPr>
          </a:lstStyle>
          <a:p/>
        </p:txBody>
      </p:sp>
      <p:sp>
        <p:nvSpPr>
          <p:cNvPr id="815" name="Google Shape;815;g39c1a85cac3_0_819"/>
          <p:cNvSpPr txBox="1"/>
          <p:nvPr>
            <p:ph idx="3" type="body"/>
          </p:nvPr>
        </p:nvSpPr>
        <p:spPr>
          <a:xfrm>
            <a:off x="2677225" y="1811100"/>
            <a:ext cx="2525100" cy="769200"/>
          </a:xfrm>
          <a:prstGeom prst="rect">
            <a:avLst/>
          </a:prstGeom>
          <a:noFill/>
          <a:ln>
            <a:noFill/>
          </a:ln>
        </p:spPr>
        <p:txBody>
          <a:bodyPr anchorCtr="0" anchor="t" bIns="91425" lIns="91425" spcFirstLastPara="1" rIns="91425"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816" name="Google Shape;816;g39c1a85cac3_0_819"/>
          <p:cNvSpPr txBox="1"/>
          <p:nvPr>
            <p:ph idx="4" type="body"/>
          </p:nvPr>
        </p:nvSpPr>
        <p:spPr>
          <a:xfrm>
            <a:off x="2677600" y="3008128"/>
            <a:ext cx="2525100" cy="853200"/>
          </a:xfrm>
          <a:prstGeom prst="rect">
            <a:avLst/>
          </a:prstGeom>
          <a:noFill/>
          <a:ln>
            <a:noFill/>
          </a:ln>
        </p:spPr>
        <p:txBody>
          <a:bodyPr anchorCtr="0" anchor="t" bIns="91425" lIns="91425" spcFirstLastPara="1" rIns="91425"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817" name="Google Shape;817;g39c1a85cac3_0_819"/>
          <p:cNvSpPr txBox="1"/>
          <p:nvPr>
            <p:ph idx="5" type="subTitle"/>
          </p:nvPr>
        </p:nvSpPr>
        <p:spPr>
          <a:xfrm>
            <a:off x="2672800" y="3858600"/>
            <a:ext cx="2538300" cy="277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818" name="Google Shape;818;g39c1a85cac3_0_819"/>
          <p:cNvSpPr txBox="1"/>
          <p:nvPr>
            <p:ph idx="6" type="subTitle"/>
          </p:nvPr>
        </p:nvSpPr>
        <p:spPr>
          <a:xfrm>
            <a:off x="2672800" y="4301624"/>
            <a:ext cx="2538300" cy="277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819" name="Google Shape;819;g39c1a85cac3_0_819"/>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20" name="Google Shape;820;g39c1a85cac3_0_819"/>
          <p:cNvSpPr txBox="1"/>
          <p:nvPr>
            <p:ph idx="7"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21" name="Google Shape;821;g39c1a85cac3_0_819"/>
          <p:cNvSpPr txBox="1"/>
          <p:nvPr>
            <p:ph type="title"/>
          </p:nvPr>
        </p:nvSpPr>
        <p:spPr>
          <a:xfrm>
            <a:off x="139700" y="228600"/>
            <a:ext cx="5079300" cy="10626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9pPr>
          </a:lstStyle>
          <a:p/>
        </p:txBody>
      </p:sp>
      <p:sp>
        <p:nvSpPr>
          <p:cNvPr id="822" name="Google Shape;822;g39c1a85cac3_0_819"/>
          <p:cNvSpPr/>
          <p:nvPr>
            <p:ph idx="8" type="pic"/>
          </p:nvPr>
        </p:nvSpPr>
        <p:spPr>
          <a:xfrm>
            <a:off x="134350" y="1295850"/>
            <a:ext cx="2529300" cy="1277400"/>
          </a:xfrm>
          <a:prstGeom prst="rect">
            <a:avLst/>
          </a:prstGeom>
          <a:noFill/>
          <a:ln>
            <a:noFill/>
          </a:ln>
        </p:spPr>
      </p:sp>
      <p:sp>
        <p:nvSpPr>
          <p:cNvPr id="823" name="Google Shape;823;g39c1a85cac3_0_819"/>
          <p:cNvSpPr txBox="1"/>
          <p:nvPr>
            <p:ph idx="9" type="subTitle"/>
          </p:nvPr>
        </p:nvSpPr>
        <p:spPr>
          <a:xfrm>
            <a:off x="5211100" y="1295400"/>
            <a:ext cx="2538300" cy="1277400"/>
          </a:xfrm>
          <a:prstGeom prst="rect">
            <a:avLst/>
          </a:prstGeom>
          <a:noFill/>
          <a:ln>
            <a:noFill/>
          </a:ln>
        </p:spPr>
        <p:txBody>
          <a:bodyPr anchorCtr="0" anchor="t" bIns="91425" lIns="182875" spcFirstLastPara="1" rIns="91425" wrap="square" tIns="182875">
            <a:noAutofit/>
          </a:bodyPr>
          <a:lstStyle>
            <a:lvl1pPr lvl="0" algn="l">
              <a:lnSpc>
                <a:spcPct val="115000"/>
              </a:lnSpc>
              <a:spcBef>
                <a:spcPts val="0"/>
              </a:spcBef>
              <a:spcAft>
                <a:spcPts val="0"/>
              </a:spcAft>
              <a:buClr>
                <a:schemeClr val="lt1"/>
              </a:buClr>
              <a:buSzPts val="1400"/>
              <a:buFont typeface="Poppins"/>
              <a:buNone/>
              <a:defRPr/>
            </a:lvl1pPr>
            <a:lvl2pPr lvl="1" algn="l">
              <a:lnSpc>
                <a:spcPct val="115000"/>
              </a:lnSpc>
              <a:spcBef>
                <a:spcPts val="0"/>
              </a:spcBef>
              <a:spcAft>
                <a:spcPts val="0"/>
              </a:spcAft>
              <a:buClr>
                <a:schemeClr val="lt1"/>
              </a:buClr>
              <a:buSzPts val="1400"/>
              <a:buFont typeface="Poppins"/>
              <a:buNone/>
              <a:defRPr>
                <a:solidFill>
                  <a:schemeClr val="lt1"/>
                </a:solidFill>
              </a:defRPr>
            </a:lvl2pPr>
            <a:lvl3pPr lvl="2" algn="l">
              <a:lnSpc>
                <a:spcPct val="115000"/>
              </a:lnSpc>
              <a:spcBef>
                <a:spcPts val="0"/>
              </a:spcBef>
              <a:spcAft>
                <a:spcPts val="0"/>
              </a:spcAft>
              <a:buClr>
                <a:schemeClr val="lt1"/>
              </a:buClr>
              <a:buSzPts val="1400"/>
              <a:buFont typeface="Poppins"/>
              <a:buNone/>
              <a:defRPr>
                <a:solidFill>
                  <a:schemeClr val="lt1"/>
                </a:solidFill>
              </a:defRPr>
            </a:lvl3pPr>
            <a:lvl4pPr lvl="3" algn="l">
              <a:lnSpc>
                <a:spcPct val="115000"/>
              </a:lnSpc>
              <a:spcBef>
                <a:spcPts val="0"/>
              </a:spcBef>
              <a:spcAft>
                <a:spcPts val="0"/>
              </a:spcAft>
              <a:buClr>
                <a:schemeClr val="lt1"/>
              </a:buClr>
              <a:buSzPts val="1400"/>
              <a:buFont typeface="Poppins"/>
              <a:buNone/>
              <a:defRPr>
                <a:solidFill>
                  <a:schemeClr val="lt1"/>
                </a:solidFill>
              </a:defRPr>
            </a:lvl4pPr>
            <a:lvl5pPr lvl="4" algn="l">
              <a:lnSpc>
                <a:spcPct val="115000"/>
              </a:lnSpc>
              <a:spcBef>
                <a:spcPts val="0"/>
              </a:spcBef>
              <a:spcAft>
                <a:spcPts val="0"/>
              </a:spcAft>
              <a:buClr>
                <a:schemeClr val="lt1"/>
              </a:buClr>
              <a:buSzPts val="1400"/>
              <a:buFont typeface="Poppins"/>
              <a:buNone/>
              <a:defRPr>
                <a:solidFill>
                  <a:schemeClr val="lt1"/>
                </a:solidFill>
              </a:defRPr>
            </a:lvl5pPr>
            <a:lvl6pPr lvl="5" algn="l">
              <a:lnSpc>
                <a:spcPct val="115000"/>
              </a:lnSpc>
              <a:spcBef>
                <a:spcPts val="0"/>
              </a:spcBef>
              <a:spcAft>
                <a:spcPts val="0"/>
              </a:spcAft>
              <a:buClr>
                <a:schemeClr val="lt1"/>
              </a:buClr>
              <a:buSzPts val="1400"/>
              <a:buFont typeface="Poppins"/>
              <a:buNone/>
              <a:defRPr>
                <a:solidFill>
                  <a:schemeClr val="lt1"/>
                </a:solidFill>
              </a:defRPr>
            </a:lvl6pPr>
            <a:lvl7pPr lvl="6" algn="l">
              <a:lnSpc>
                <a:spcPct val="115000"/>
              </a:lnSpc>
              <a:spcBef>
                <a:spcPts val="0"/>
              </a:spcBef>
              <a:spcAft>
                <a:spcPts val="0"/>
              </a:spcAft>
              <a:buClr>
                <a:schemeClr val="lt1"/>
              </a:buClr>
              <a:buSzPts val="1400"/>
              <a:buFont typeface="Poppins"/>
              <a:buNone/>
              <a:defRPr>
                <a:solidFill>
                  <a:schemeClr val="lt1"/>
                </a:solidFill>
              </a:defRPr>
            </a:lvl7pPr>
            <a:lvl8pPr lvl="7" algn="l">
              <a:lnSpc>
                <a:spcPct val="115000"/>
              </a:lnSpc>
              <a:spcBef>
                <a:spcPts val="0"/>
              </a:spcBef>
              <a:spcAft>
                <a:spcPts val="0"/>
              </a:spcAft>
              <a:buClr>
                <a:schemeClr val="lt1"/>
              </a:buClr>
              <a:buSzPts val="1400"/>
              <a:buFont typeface="Poppins"/>
              <a:buNone/>
              <a:defRPr>
                <a:solidFill>
                  <a:schemeClr val="lt1"/>
                </a:solidFill>
              </a:defRPr>
            </a:lvl8pPr>
            <a:lvl9pPr lvl="8" algn="l">
              <a:lnSpc>
                <a:spcPct val="115000"/>
              </a:lnSpc>
              <a:spcBef>
                <a:spcPts val="0"/>
              </a:spcBef>
              <a:spcAft>
                <a:spcPts val="0"/>
              </a:spcAft>
              <a:buClr>
                <a:schemeClr val="lt1"/>
              </a:buClr>
              <a:buSzPts val="1400"/>
              <a:buFont typeface="Poppins"/>
              <a:buNone/>
              <a:defRPr>
                <a:solidFill>
                  <a:schemeClr val="lt1"/>
                </a:solidFill>
              </a:defRPr>
            </a:lvl9pPr>
          </a:lstStyle>
          <a:p/>
        </p:txBody>
      </p:sp>
      <p:sp>
        <p:nvSpPr>
          <p:cNvPr id="824" name="Google Shape;824;g39c1a85cac3_0_819"/>
          <p:cNvSpPr txBox="1"/>
          <p:nvPr>
            <p:ph idx="13" type="subTitle"/>
          </p:nvPr>
        </p:nvSpPr>
        <p:spPr>
          <a:xfrm>
            <a:off x="2672800" y="1295400"/>
            <a:ext cx="2538300" cy="351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a:lvl1pPr>
            <a:lvl2pPr lvl="1" algn="l">
              <a:lnSpc>
                <a:spcPct val="115000"/>
              </a:lnSpc>
              <a:spcBef>
                <a:spcPts val="0"/>
              </a:spcBef>
              <a:spcAft>
                <a:spcPts val="0"/>
              </a:spcAft>
              <a:buClr>
                <a:schemeClr val="lt1"/>
              </a:buClr>
              <a:buSzPts val="1400"/>
              <a:buFont typeface="Poppins"/>
              <a:buNone/>
              <a:defRPr>
                <a:solidFill>
                  <a:schemeClr val="lt1"/>
                </a:solidFill>
              </a:defRPr>
            </a:lvl2pPr>
            <a:lvl3pPr lvl="2" algn="l">
              <a:lnSpc>
                <a:spcPct val="115000"/>
              </a:lnSpc>
              <a:spcBef>
                <a:spcPts val="0"/>
              </a:spcBef>
              <a:spcAft>
                <a:spcPts val="0"/>
              </a:spcAft>
              <a:buClr>
                <a:schemeClr val="lt1"/>
              </a:buClr>
              <a:buSzPts val="1400"/>
              <a:buFont typeface="Poppins"/>
              <a:buNone/>
              <a:defRPr>
                <a:solidFill>
                  <a:schemeClr val="lt1"/>
                </a:solidFill>
              </a:defRPr>
            </a:lvl3pPr>
            <a:lvl4pPr lvl="3" algn="l">
              <a:lnSpc>
                <a:spcPct val="115000"/>
              </a:lnSpc>
              <a:spcBef>
                <a:spcPts val="0"/>
              </a:spcBef>
              <a:spcAft>
                <a:spcPts val="0"/>
              </a:spcAft>
              <a:buClr>
                <a:schemeClr val="lt1"/>
              </a:buClr>
              <a:buSzPts val="1400"/>
              <a:buFont typeface="Poppins"/>
              <a:buNone/>
              <a:defRPr>
                <a:solidFill>
                  <a:schemeClr val="lt1"/>
                </a:solidFill>
              </a:defRPr>
            </a:lvl4pPr>
            <a:lvl5pPr lvl="4" algn="l">
              <a:lnSpc>
                <a:spcPct val="115000"/>
              </a:lnSpc>
              <a:spcBef>
                <a:spcPts val="0"/>
              </a:spcBef>
              <a:spcAft>
                <a:spcPts val="0"/>
              </a:spcAft>
              <a:buClr>
                <a:schemeClr val="lt1"/>
              </a:buClr>
              <a:buSzPts val="1400"/>
              <a:buFont typeface="Poppins"/>
              <a:buNone/>
              <a:defRPr>
                <a:solidFill>
                  <a:schemeClr val="lt1"/>
                </a:solidFill>
              </a:defRPr>
            </a:lvl5pPr>
            <a:lvl6pPr lvl="5" algn="l">
              <a:lnSpc>
                <a:spcPct val="115000"/>
              </a:lnSpc>
              <a:spcBef>
                <a:spcPts val="0"/>
              </a:spcBef>
              <a:spcAft>
                <a:spcPts val="0"/>
              </a:spcAft>
              <a:buClr>
                <a:schemeClr val="lt1"/>
              </a:buClr>
              <a:buSzPts val="1400"/>
              <a:buFont typeface="Poppins"/>
              <a:buNone/>
              <a:defRPr>
                <a:solidFill>
                  <a:schemeClr val="lt1"/>
                </a:solidFill>
              </a:defRPr>
            </a:lvl6pPr>
            <a:lvl7pPr lvl="6" algn="l">
              <a:lnSpc>
                <a:spcPct val="115000"/>
              </a:lnSpc>
              <a:spcBef>
                <a:spcPts val="0"/>
              </a:spcBef>
              <a:spcAft>
                <a:spcPts val="0"/>
              </a:spcAft>
              <a:buClr>
                <a:schemeClr val="lt1"/>
              </a:buClr>
              <a:buSzPts val="1400"/>
              <a:buFont typeface="Poppins"/>
              <a:buNone/>
              <a:defRPr>
                <a:solidFill>
                  <a:schemeClr val="lt1"/>
                </a:solidFill>
              </a:defRPr>
            </a:lvl7pPr>
            <a:lvl8pPr lvl="7" algn="l">
              <a:lnSpc>
                <a:spcPct val="115000"/>
              </a:lnSpc>
              <a:spcBef>
                <a:spcPts val="0"/>
              </a:spcBef>
              <a:spcAft>
                <a:spcPts val="0"/>
              </a:spcAft>
              <a:buClr>
                <a:schemeClr val="lt1"/>
              </a:buClr>
              <a:buSzPts val="1400"/>
              <a:buFont typeface="Poppins"/>
              <a:buNone/>
              <a:defRPr>
                <a:solidFill>
                  <a:schemeClr val="lt1"/>
                </a:solidFill>
              </a:defRPr>
            </a:lvl8pPr>
            <a:lvl9pPr lvl="8" algn="l">
              <a:lnSpc>
                <a:spcPct val="115000"/>
              </a:lnSpc>
              <a:spcBef>
                <a:spcPts val="0"/>
              </a:spcBef>
              <a:spcAft>
                <a:spcPts val="0"/>
              </a:spcAft>
              <a:buClr>
                <a:schemeClr val="lt1"/>
              </a:buClr>
              <a:buSzPts val="1400"/>
              <a:buFont typeface="Poppins"/>
              <a:buNone/>
              <a:defRPr>
                <a:solidFill>
                  <a:schemeClr val="lt1"/>
                </a:solidFill>
              </a:defRPr>
            </a:lvl9pPr>
          </a:lstStyle>
          <a:p/>
        </p:txBody>
      </p:sp>
      <p:sp>
        <p:nvSpPr>
          <p:cNvPr id="825" name="Google Shape;825;g39c1a85cac3_0_819"/>
          <p:cNvSpPr txBox="1"/>
          <p:nvPr>
            <p:ph idx="14" type="subTitle"/>
          </p:nvPr>
        </p:nvSpPr>
        <p:spPr>
          <a:xfrm>
            <a:off x="2672800" y="2577000"/>
            <a:ext cx="2538300" cy="351600"/>
          </a:xfrm>
          <a:prstGeom prst="rect">
            <a:avLst/>
          </a:prstGeom>
          <a:noFill/>
          <a:ln>
            <a:noFill/>
          </a:ln>
        </p:spPr>
        <p:txBody>
          <a:bodyPr anchorCtr="0" anchor="t" bIns="0"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b="1"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826" name="Google Shape;826;g39c1a85cac3_0_819"/>
          <p:cNvSpPr txBox="1"/>
          <p:nvPr>
            <p:ph idx="15" type="subTitle"/>
          </p:nvPr>
        </p:nvSpPr>
        <p:spPr>
          <a:xfrm>
            <a:off x="130150" y="2577000"/>
            <a:ext cx="2538300" cy="351600"/>
          </a:xfrm>
          <a:prstGeom prst="rect">
            <a:avLst/>
          </a:prstGeom>
          <a:noFill/>
          <a:ln>
            <a:noFill/>
          </a:ln>
        </p:spPr>
        <p:txBody>
          <a:bodyPr anchorCtr="0" anchor="t" bIns="0"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b="1"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827" name="Google Shape;827;g39c1a85cac3_0_819"/>
          <p:cNvSpPr txBox="1"/>
          <p:nvPr>
            <p:ph idx="16" type="subTitle"/>
          </p:nvPr>
        </p:nvSpPr>
        <p:spPr>
          <a:xfrm>
            <a:off x="5211100" y="2577000"/>
            <a:ext cx="2538300" cy="351600"/>
          </a:xfrm>
          <a:prstGeom prst="rect">
            <a:avLst/>
          </a:prstGeom>
          <a:noFill/>
          <a:ln>
            <a:noFill/>
          </a:ln>
        </p:spPr>
        <p:txBody>
          <a:bodyPr anchorCtr="0" anchor="t" bIns="0"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b="1"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828" name="Google Shape;828;g39c1a85cac3_0_819"/>
          <p:cNvSpPr txBox="1"/>
          <p:nvPr>
            <p:ph idx="17" type="subTitle"/>
          </p:nvPr>
        </p:nvSpPr>
        <p:spPr>
          <a:xfrm>
            <a:off x="139700" y="3858600"/>
            <a:ext cx="2538300" cy="277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829" name="Google Shape;829;g39c1a85cac3_0_819"/>
          <p:cNvSpPr txBox="1"/>
          <p:nvPr>
            <p:ph idx="18" type="subTitle"/>
          </p:nvPr>
        </p:nvSpPr>
        <p:spPr>
          <a:xfrm>
            <a:off x="139700" y="4301624"/>
            <a:ext cx="2538300" cy="277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830" name="Google Shape;830;g39c1a85cac3_0_819"/>
          <p:cNvSpPr txBox="1"/>
          <p:nvPr>
            <p:ph idx="19" type="subTitle"/>
          </p:nvPr>
        </p:nvSpPr>
        <p:spPr>
          <a:xfrm>
            <a:off x="5220250" y="3858600"/>
            <a:ext cx="2538300" cy="277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831" name="Google Shape;831;g39c1a85cac3_0_819"/>
          <p:cNvSpPr txBox="1"/>
          <p:nvPr>
            <p:ph idx="20" type="subTitle"/>
          </p:nvPr>
        </p:nvSpPr>
        <p:spPr>
          <a:xfrm>
            <a:off x="5220250" y="4301624"/>
            <a:ext cx="2538300" cy="277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1">
  <p:cSld name="CUSTOM_11">
    <p:spTree>
      <p:nvGrpSpPr>
        <p:cNvPr id="832" name="Shape 832"/>
        <p:cNvGrpSpPr/>
        <p:nvPr/>
      </p:nvGrpSpPr>
      <p:grpSpPr>
        <a:xfrm>
          <a:off x="0" y="0"/>
          <a:ext cx="0" cy="0"/>
          <a:chOff x="0" y="0"/>
          <a:chExt cx="0" cy="0"/>
        </a:xfrm>
      </p:grpSpPr>
      <p:sp>
        <p:nvSpPr>
          <p:cNvPr id="833" name="Google Shape;833;g39c1a85cac3_0_839"/>
          <p:cNvSpPr txBox="1"/>
          <p:nvPr>
            <p:ph idx="1" type="body"/>
          </p:nvPr>
        </p:nvSpPr>
        <p:spPr>
          <a:xfrm>
            <a:off x="284550" y="2579575"/>
            <a:ext cx="3655500" cy="1288200"/>
          </a:xfrm>
          <a:prstGeom prst="rect">
            <a:avLst/>
          </a:prstGeom>
          <a:noFill/>
          <a:ln>
            <a:noFill/>
          </a:ln>
        </p:spPr>
        <p:txBody>
          <a:bodyPr anchorCtr="0" anchor="t" bIns="91425" lIns="91425" spcFirstLastPara="1" rIns="91425" wrap="square" tIns="91425">
            <a:noAutofit/>
          </a:bodyPr>
          <a:lstStyle>
            <a:lvl1pPr indent="-292100" lvl="0" marL="457200" algn="l">
              <a:lnSpc>
                <a:spcPct val="150000"/>
              </a:lnSpc>
              <a:spcBef>
                <a:spcPts val="0"/>
              </a:spcBef>
              <a:spcAft>
                <a:spcPts val="0"/>
              </a:spcAft>
              <a:buClr>
                <a:schemeClr val="lt1"/>
              </a:buClr>
              <a:buSzPts val="1000"/>
              <a:buFont typeface="Instrument Sans"/>
              <a:buChar char="●"/>
              <a:defRPr/>
            </a:lvl1pPr>
            <a:lvl2pPr indent="-292100" lvl="1" marL="914400" algn="l">
              <a:lnSpc>
                <a:spcPct val="150000"/>
              </a:lnSpc>
              <a:spcBef>
                <a:spcPts val="0"/>
              </a:spcBef>
              <a:spcAft>
                <a:spcPts val="0"/>
              </a:spcAft>
              <a:buClr>
                <a:schemeClr val="lt1"/>
              </a:buClr>
              <a:buSzPts val="1000"/>
              <a:buFont typeface="Instrument Sans"/>
              <a:buChar char="○"/>
              <a:defRPr/>
            </a:lvl2pPr>
            <a:lvl3pPr indent="-292100" lvl="2" marL="1371600" algn="l">
              <a:lnSpc>
                <a:spcPct val="150000"/>
              </a:lnSpc>
              <a:spcBef>
                <a:spcPts val="0"/>
              </a:spcBef>
              <a:spcAft>
                <a:spcPts val="0"/>
              </a:spcAft>
              <a:buClr>
                <a:schemeClr val="lt1"/>
              </a:buClr>
              <a:buSzPts val="1000"/>
              <a:buFont typeface="Instrument Sans"/>
              <a:buChar char="■"/>
              <a:defRPr/>
            </a:lvl3pPr>
            <a:lvl4pPr indent="-292100" lvl="3" marL="1828800" algn="l">
              <a:lnSpc>
                <a:spcPct val="150000"/>
              </a:lnSpc>
              <a:spcBef>
                <a:spcPts val="0"/>
              </a:spcBef>
              <a:spcAft>
                <a:spcPts val="0"/>
              </a:spcAft>
              <a:buClr>
                <a:schemeClr val="lt1"/>
              </a:buClr>
              <a:buSzPts val="1000"/>
              <a:buFont typeface="Instrument Sans"/>
              <a:buChar char="●"/>
              <a:defRPr/>
            </a:lvl4pPr>
            <a:lvl5pPr indent="-292100" lvl="4" marL="2286000" algn="l">
              <a:lnSpc>
                <a:spcPct val="150000"/>
              </a:lnSpc>
              <a:spcBef>
                <a:spcPts val="0"/>
              </a:spcBef>
              <a:spcAft>
                <a:spcPts val="0"/>
              </a:spcAft>
              <a:buClr>
                <a:schemeClr val="lt1"/>
              </a:buClr>
              <a:buSzPts val="1000"/>
              <a:buFont typeface="Instrument Sans"/>
              <a:buChar char="○"/>
              <a:defRPr/>
            </a:lvl5pPr>
            <a:lvl6pPr indent="-292100" lvl="5" marL="2743200" algn="l">
              <a:lnSpc>
                <a:spcPct val="150000"/>
              </a:lnSpc>
              <a:spcBef>
                <a:spcPts val="0"/>
              </a:spcBef>
              <a:spcAft>
                <a:spcPts val="0"/>
              </a:spcAft>
              <a:buClr>
                <a:schemeClr val="lt1"/>
              </a:buClr>
              <a:buSzPts val="1000"/>
              <a:buFont typeface="Instrument Sans"/>
              <a:buChar char="■"/>
              <a:defRPr/>
            </a:lvl6pPr>
            <a:lvl7pPr indent="-292100" lvl="6" marL="3200400" algn="l">
              <a:lnSpc>
                <a:spcPct val="150000"/>
              </a:lnSpc>
              <a:spcBef>
                <a:spcPts val="0"/>
              </a:spcBef>
              <a:spcAft>
                <a:spcPts val="0"/>
              </a:spcAft>
              <a:buClr>
                <a:schemeClr val="lt1"/>
              </a:buClr>
              <a:buSzPts val="1000"/>
              <a:buFont typeface="Instrument Sans"/>
              <a:buChar char="●"/>
              <a:defRPr/>
            </a:lvl7pPr>
            <a:lvl8pPr indent="-292100" lvl="7" marL="3657600" algn="l">
              <a:lnSpc>
                <a:spcPct val="150000"/>
              </a:lnSpc>
              <a:spcBef>
                <a:spcPts val="0"/>
              </a:spcBef>
              <a:spcAft>
                <a:spcPts val="0"/>
              </a:spcAft>
              <a:buClr>
                <a:schemeClr val="lt1"/>
              </a:buClr>
              <a:buSzPts val="1000"/>
              <a:buFont typeface="Instrument Sans"/>
              <a:buChar char="○"/>
              <a:defRPr/>
            </a:lvl8pPr>
            <a:lvl9pPr indent="-292100" lvl="8" marL="4114800" algn="l">
              <a:lnSpc>
                <a:spcPct val="150000"/>
              </a:lnSpc>
              <a:spcBef>
                <a:spcPts val="0"/>
              </a:spcBef>
              <a:spcAft>
                <a:spcPts val="0"/>
              </a:spcAft>
              <a:buClr>
                <a:schemeClr val="lt1"/>
              </a:buClr>
              <a:buSzPts val="1000"/>
              <a:buFont typeface="Instrument Sans"/>
              <a:buChar char="■"/>
              <a:defRPr/>
            </a:lvl9pPr>
          </a:lstStyle>
          <a:p/>
        </p:txBody>
      </p:sp>
      <p:sp>
        <p:nvSpPr>
          <p:cNvPr id="834" name="Google Shape;834;g39c1a85cac3_0_839"/>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35" name="Google Shape;835;g39c1a85cac3_0_839"/>
          <p:cNvSpPr txBox="1"/>
          <p:nvPr>
            <p:ph type="title"/>
          </p:nvPr>
        </p:nvSpPr>
        <p:spPr>
          <a:xfrm>
            <a:off x="139700" y="228600"/>
            <a:ext cx="5079300" cy="10626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9pPr>
          </a:lstStyle>
          <a:p/>
        </p:txBody>
      </p:sp>
      <p:grpSp>
        <p:nvGrpSpPr>
          <p:cNvPr id="836" name="Google Shape;836;g39c1a85cac3_0_839"/>
          <p:cNvGrpSpPr/>
          <p:nvPr/>
        </p:nvGrpSpPr>
        <p:grpSpPr>
          <a:xfrm>
            <a:off x="128875" y="-3665"/>
            <a:ext cx="8896225" cy="5148365"/>
            <a:chOff x="128875" y="-3665"/>
            <a:chExt cx="8896225" cy="5148365"/>
          </a:xfrm>
        </p:grpSpPr>
        <p:cxnSp>
          <p:nvCxnSpPr>
            <p:cNvPr id="837" name="Google Shape;837;g39c1a85cac3_0_839"/>
            <p:cNvCxnSpPr/>
            <p:nvPr/>
          </p:nvCxnSpPr>
          <p:spPr>
            <a:xfrm>
              <a:off x="5212100" y="-3665"/>
              <a:ext cx="0" cy="5143500"/>
            </a:xfrm>
            <a:prstGeom prst="straightConnector1">
              <a:avLst/>
            </a:prstGeom>
            <a:noFill/>
            <a:ln cap="flat" cmpd="sng" w="9525">
              <a:solidFill>
                <a:schemeClr val="dk2"/>
              </a:solidFill>
              <a:prstDash val="solid"/>
              <a:round/>
              <a:headEnd len="sm" w="sm" type="none"/>
              <a:tailEnd len="sm" w="sm" type="none"/>
            </a:ln>
          </p:spPr>
        </p:cxnSp>
        <p:cxnSp>
          <p:nvCxnSpPr>
            <p:cNvPr id="838" name="Google Shape;838;g39c1a85cac3_0_839"/>
            <p:cNvCxnSpPr/>
            <p:nvPr/>
          </p:nvCxnSpPr>
          <p:spPr>
            <a:xfrm>
              <a:off x="128875" y="0"/>
              <a:ext cx="0" cy="5144700"/>
            </a:xfrm>
            <a:prstGeom prst="straightConnector1">
              <a:avLst/>
            </a:prstGeom>
            <a:noFill/>
            <a:ln cap="flat" cmpd="sng" w="9525">
              <a:solidFill>
                <a:schemeClr val="dk2"/>
              </a:solidFill>
              <a:prstDash val="solid"/>
              <a:round/>
              <a:headEnd len="sm" w="sm" type="none"/>
              <a:tailEnd len="sm" w="sm" type="none"/>
            </a:ln>
          </p:spPr>
        </p:cxnSp>
        <p:cxnSp>
          <p:nvCxnSpPr>
            <p:cNvPr id="839" name="Google Shape;839;g39c1a85cac3_0_839"/>
            <p:cNvCxnSpPr/>
            <p:nvPr/>
          </p:nvCxnSpPr>
          <p:spPr>
            <a:xfrm>
              <a:off x="7752125" y="1069"/>
              <a:ext cx="0" cy="5143500"/>
            </a:xfrm>
            <a:prstGeom prst="straightConnector1">
              <a:avLst/>
            </a:prstGeom>
            <a:noFill/>
            <a:ln cap="flat" cmpd="sng" w="9525">
              <a:solidFill>
                <a:schemeClr val="dk2"/>
              </a:solidFill>
              <a:prstDash val="solid"/>
              <a:round/>
              <a:headEnd len="sm" w="sm" type="none"/>
              <a:tailEnd len="sm" w="sm" type="none"/>
            </a:ln>
          </p:spPr>
        </p:cxnSp>
        <p:cxnSp>
          <p:nvCxnSpPr>
            <p:cNvPr id="840" name="Google Shape;840;g39c1a85cac3_0_839"/>
            <p:cNvCxnSpPr/>
            <p:nvPr/>
          </p:nvCxnSpPr>
          <p:spPr>
            <a:xfrm>
              <a:off x="5212100" y="223225"/>
              <a:ext cx="3813000" cy="0"/>
            </a:xfrm>
            <a:prstGeom prst="straightConnector1">
              <a:avLst/>
            </a:prstGeom>
            <a:noFill/>
            <a:ln cap="flat" cmpd="sng" w="9525">
              <a:solidFill>
                <a:schemeClr val="dk2"/>
              </a:solidFill>
              <a:prstDash val="solid"/>
              <a:round/>
              <a:headEnd len="sm" w="sm" type="none"/>
              <a:tailEnd len="sm" w="sm" type="none"/>
            </a:ln>
          </p:spPr>
        </p:cxnSp>
        <p:cxnSp>
          <p:nvCxnSpPr>
            <p:cNvPr id="841" name="Google Shape;841;g39c1a85cac3_0_839"/>
            <p:cNvCxnSpPr/>
            <p:nvPr/>
          </p:nvCxnSpPr>
          <p:spPr>
            <a:xfrm>
              <a:off x="5210175" y="3867775"/>
              <a:ext cx="3813000" cy="0"/>
            </a:xfrm>
            <a:prstGeom prst="straightConnector1">
              <a:avLst/>
            </a:prstGeom>
            <a:noFill/>
            <a:ln cap="flat" cmpd="sng" w="9525">
              <a:solidFill>
                <a:schemeClr val="dk2"/>
              </a:solidFill>
              <a:prstDash val="solid"/>
              <a:round/>
              <a:headEnd len="sm" w="sm" type="none"/>
              <a:tailEnd len="sm" w="sm" type="none"/>
            </a:ln>
          </p:spPr>
        </p:cxnSp>
        <p:cxnSp>
          <p:nvCxnSpPr>
            <p:cNvPr id="842" name="Google Shape;842;g39c1a85cac3_0_839"/>
            <p:cNvCxnSpPr/>
            <p:nvPr/>
          </p:nvCxnSpPr>
          <p:spPr>
            <a:xfrm>
              <a:off x="5212100" y="2579575"/>
              <a:ext cx="3813000" cy="0"/>
            </a:xfrm>
            <a:prstGeom prst="straightConnector1">
              <a:avLst/>
            </a:prstGeom>
            <a:noFill/>
            <a:ln cap="flat" cmpd="sng" w="9525">
              <a:solidFill>
                <a:schemeClr val="dk2"/>
              </a:solidFill>
              <a:prstDash val="solid"/>
              <a:round/>
              <a:headEnd len="sm" w="sm" type="none"/>
              <a:tailEnd len="sm" w="sm" type="none"/>
            </a:ln>
          </p:spPr>
        </p:cxnSp>
        <p:cxnSp>
          <p:nvCxnSpPr>
            <p:cNvPr id="843" name="Google Shape;843;g39c1a85cac3_0_839"/>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grpSp>
      <p:sp>
        <p:nvSpPr>
          <p:cNvPr id="844" name="Google Shape;844;g39c1a85cac3_0_839"/>
          <p:cNvSpPr txBox="1"/>
          <p:nvPr>
            <p:ph idx="2" type="subTitle"/>
          </p:nvPr>
        </p:nvSpPr>
        <p:spPr>
          <a:xfrm>
            <a:off x="284550" y="1291424"/>
            <a:ext cx="3655500" cy="1209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Instrument Sans"/>
              <a:buNone/>
              <a:defRPr>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845" name="Google Shape;845;g39c1a85cac3_0_839"/>
          <p:cNvSpPr/>
          <p:nvPr>
            <p:ph idx="3" type="pic"/>
          </p:nvPr>
        </p:nvSpPr>
        <p:spPr>
          <a:xfrm>
            <a:off x="5219000" y="228600"/>
            <a:ext cx="2528400" cy="2346900"/>
          </a:xfrm>
          <a:prstGeom prst="rect">
            <a:avLst/>
          </a:prstGeom>
          <a:noFill/>
          <a:ln>
            <a:noFill/>
          </a:ln>
        </p:spPr>
      </p:sp>
      <p:sp>
        <p:nvSpPr>
          <p:cNvPr id="846" name="Google Shape;846;g39c1a85cac3_0_839"/>
          <p:cNvSpPr/>
          <p:nvPr>
            <p:ph idx="4" type="pic"/>
          </p:nvPr>
        </p:nvSpPr>
        <p:spPr>
          <a:xfrm>
            <a:off x="7757025" y="2584925"/>
            <a:ext cx="1261500" cy="1279200"/>
          </a:xfrm>
          <a:prstGeom prst="rect">
            <a:avLst/>
          </a:prstGeom>
          <a:noFill/>
          <a:ln>
            <a:noFill/>
          </a:ln>
        </p:spPr>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_12">
    <p:spTree>
      <p:nvGrpSpPr>
        <p:cNvPr id="847" name="Shape 847"/>
        <p:cNvGrpSpPr/>
        <p:nvPr/>
      </p:nvGrpSpPr>
      <p:grpSpPr>
        <a:xfrm>
          <a:off x="0" y="0"/>
          <a:ext cx="0" cy="0"/>
          <a:chOff x="0" y="0"/>
          <a:chExt cx="0" cy="0"/>
        </a:xfrm>
      </p:grpSpPr>
      <p:pic>
        <p:nvPicPr>
          <p:cNvPr id="848" name="Google Shape;848;g39c1a85cac3_0_854"/>
          <p:cNvPicPr preferRelativeResize="0"/>
          <p:nvPr/>
        </p:nvPicPr>
        <p:blipFill rotWithShape="1">
          <a:blip r:embed="rId2">
            <a:alphaModFix/>
          </a:blip>
          <a:srcRect b="0" l="0" r="0" t="0"/>
          <a:stretch/>
        </p:blipFill>
        <p:spPr>
          <a:xfrm rot="10800000">
            <a:off x="6802699" y="3851249"/>
            <a:ext cx="1292251" cy="1292251"/>
          </a:xfrm>
          <a:prstGeom prst="rect">
            <a:avLst/>
          </a:prstGeom>
          <a:noFill/>
          <a:ln>
            <a:noFill/>
          </a:ln>
        </p:spPr>
      </p:pic>
      <p:sp>
        <p:nvSpPr>
          <p:cNvPr id="849" name="Google Shape;849;g39c1a85cac3_0_854"/>
          <p:cNvSpPr txBox="1"/>
          <p:nvPr>
            <p:ph idx="1" type="subTitle"/>
          </p:nvPr>
        </p:nvSpPr>
        <p:spPr>
          <a:xfrm>
            <a:off x="5372900" y="4200925"/>
            <a:ext cx="1429800" cy="303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850" name="Google Shape;850;g39c1a85cac3_0_854"/>
          <p:cNvSpPr txBox="1"/>
          <p:nvPr>
            <p:ph idx="2" type="subTitle"/>
          </p:nvPr>
        </p:nvSpPr>
        <p:spPr>
          <a:xfrm>
            <a:off x="5372900" y="4504718"/>
            <a:ext cx="1429800" cy="513000"/>
          </a:xfrm>
          <a:prstGeom prst="rect">
            <a:avLst/>
          </a:prstGeom>
          <a:noFill/>
          <a:ln>
            <a:noFill/>
          </a:ln>
        </p:spPr>
        <p:txBody>
          <a:bodyPr anchorCtr="0" anchor="t" bIns="91425" lIns="91425" spcFirstLastPara="1" rIns="91425" wrap="square" tIns="0">
            <a:noAutofit/>
          </a:bodyPr>
          <a:lstStyle>
            <a:lvl1pPr lvl="0" algn="l">
              <a:lnSpc>
                <a:spcPct val="115000"/>
              </a:lnSpc>
              <a:spcBef>
                <a:spcPts val="0"/>
              </a:spcBef>
              <a:spcAft>
                <a:spcPts val="0"/>
              </a:spcAft>
              <a:buSzPts val="1000"/>
              <a:buNone/>
              <a:defRPr sz="1000">
                <a:solidFill>
                  <a:schemeClr val="lt2"/>
                </a:solidFill>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851" name="Google Shape;851;g39c1a85cac3_0_854"/>
          <p:cNvSpPr txBox="1"/>
          <p:nvPr>
            <p:ph idx="3" type="subTitle"/>
          </p:nvPr>
        </p:nvSpPr>
        <p:spPr>
          <a:xfrm>
            <a:off x="5372900" y="1708550"/>
            <a:ext cx="1597500" cy="331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b="1">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852" name="Google Shape;852;g39c1a85cac3_0_854"/>
          <p:cNvSpPr txBox="1"/>
          <p:nvPr>
            <p:ph idx="4" type="subTitle"/>
          </p:nvPr>
        </p:nvSpPr>
        <p:spPr>
          <a:xfrm>
            <a:off x="5372900" y="2060150"/>
            <a:ext cx="1597500" cy="1017300"/>
          </a:xfrm>
          <a:prstGeom prst="rect">
            <a:avLst/>
          </a:prstGeom>
          <a:noFill/>
          <a:ln>
            <a:noFill/>
          </a:ln>
        </p:spPr>
        <p:txBody>
          <a:bodyPr anchorCtr="0" anchor="t" bIns="91425" lIns="91425" spcFirstLastPara="1" rIns="91425" wrap="square" tIns="0">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1000"/>
              </a:spcBef>
              <a:spcAft>
                <a:spcPts val="0"/>
              </a:spcAft>
              <a:buClr>
                <a:schemeClr val="lt1"/>
              </a:buClr>
              <a:buSzPts val="1400"/>
              <a:buNone/>
              <a:defRPr>
                <a:solidFill>
                  <a:schemeClr val="lt1"/>
                </a:solidFill>
              </a:defRPr>
            </a:lvl2pPr>
            <a:lvl3pPr lvl="2" algn="l">
              <a:lnSpc>
                <a:spcPct val="115000"/>
              </a:lnSpc>
              <a:spcBef>
                <a:spcPts val="1000"/>
              </a:spcBef>
              <a:spcAft>
                <a:spcPts val="0"/>
              </a:spcAft>
              <a:buClr>
                <a:schemeClr val="lt1"/>
              </a:buClr>
              <a:buSzPts val="1400"/>
              <a:buNone/>
              <a:defRPr>
                <a:solidFill>
                  <a:schemeClr val="lt1"/>
                </a:solidFill>
              </a:defRPr>
            </a:lvl3pPr>
            <a:lvl4pPr lvl="3" algn="l">
              <a:lnSpc>
                <a:spcPct val="115000"/>
              </a:lnSpc>
              <a:spcBef>
                <a:spcPts val="1000"/>
              </a:spcBef>
              <a:spcAft>
                <a:spcPts val="0"/>
              </a:spcAft>
              <a:buClr>
                <a:schemeClr val="lt1"/>
              </a:buClr>
              <a:buSzPts val="1400"/>
              <a:buNone/>
              <a:defRPr>
                <a:solidFill>
                  <a:schemeClr val="lt1"/>
                </a:solidFill>
              </a:defRPr>
            </a:lvl4pPr>
            <a:lvl5pPr lvl="4" algn="l">
              <a:lnSpc>
                <a:spcPct val="115000"/>
              </a:lnSpc>
              <a:spcBef>
                <a:spcPts val="1000"/>
              </a:spcBef>
              <a:spcAft>
                <a:spcPts val="0"/>
              </a:spcAft>
              <a:buClr>
                <a:schemeClr val="lt1"/>
              </a:buClr>
              <a:buSzPts val="1400"/>
              <a:buNone/>
              <a:defRPr>
                <a:solidFill>
                  <a:schemeClr val="lt1"/>
                </a:solidFill>
              </a:defRPr>
            </a:lvl5pPr>
            <a:lvl6pPr lvl="5" algn="l">
              <a:lnSpc>
                <a:spcPct val="115000"/>
              </a:lnSpc>
              <a:spcBef>
                <a:spcPts val="1000"/>
              </a:spcBef>
              <a:spcAft>
                <a:spcPts val="0"/>
              </a:spcAft>
              <a:buClr>
                <a:schemeClr val="lt1"/>
              </a:buClr>
              <a:buSzPts val="1400"/>
              <a:buNone/>
              <a:defRPr>
                <a:solidFill>
                  <a:schemeClr val="lt1"/>
                </a:solidFill>
              </a:defRPr>
            </a:lvl6pPr>
            <a:lvl7pPr lvl="6" algn="l">
              <a:lnSpc>
                <a:spcPct val="115000"/>
              </a:lnSpc>
              <a:spcBef>
                <a:spcPts val="1000"/>
              </a:spcBef>
              <a:spcAft>
                <a:spcPts val="0"/>
              </a:spcAft>
              <a:buClr>
                <a:schemeClr val="lt1"/>
              </a:buClr>
              <a:buSzPts val="1400"/>
              <a:buNone/>
              <a:defRPr>
                <a:solidFill>
                  <a:schemeClr val="lt1"/>
                </a:solidFill>
              </a:defRPr>
            </a:lvl7pPr>
            <a:lvl8pPr lvl="7" algn="l">
              <a:lnSpc>
                <a:spcPct val="115000"/>
              </a:lnSpc>
              <a:spcBef>
                <a:spcPts val="1000"/>
              </a:spcBef>
              <a:spcAft>
                <a:spcPts val="0"/>
              </a:spcAft>
              <a:buClr>
                <a:schemeClr val="lt1"/>
              </a:buClr>
              <a:buSzPts val="1400"/>
              <a:buNone/>
              <a:defRPr>
                <a:solidFill>
                  <a:schemeClr val="lt1"/>
                </a:solidFill>
              </a:defRPr>
            </a:lvl8pPr>
            <a:lvl9pPr lvl="8" algn="l">
              <a:lnSpc>
                <a:spcPct val="115000"/>
              </a:lnSpc>
              <a:spcBef>
                <a:spcPts val="1000"/>
              </a:spcBef>
              <a:spcAft>
                <a:spcPts val="1000"/>
              </a:spcAft>
              <a:buClr>
                <a:schemeClr val="lt1"/>
              </a:buClr>
              <a:buSzPts val="1400"/>
              <a:buNone/>
              <a:defRPr>
                <a:solidFill>
                  <a:schemeClr val="lt1"/>
                </a:solidFill>
              </a:defRPr>
            </a:lvl9pPr>
          </a:lstStyle>
          <a:p/>
        </p:txBody>
      </p:sp>
      <p:sp>
        <p:nvSpPr>
          <p:cNvPr id="853" name="Google Shape;853;g39c1a85cac3_0_854"/>
          <p:cNvSpPr txBox="1"/>
          <p:nvPr>
            <p:ph idx="5" type="subTitle"/>
          </p:nvPr>
        </p:nvSpPr>
        <p:spPr>
          <a:xfrm>
            <a:off x="6953375" y="1708550"/>
            <a:ext cx="1597500" cy="331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b="1">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854" name="Google Shape;854;g39c1a85cac3_0_854"/>
          <p:cNvSpPr txBox="1"/>
          <p:nvPr>
            <p:ph idx="6" type="subTitle"/>
          </p:nvPr>
        </p:nvSpPr>
        <p:spPr>
          <a:xfrm>
            <a:off x="6953375" y="2060150"/>
            <a:ext cx="1597500" cy="1017300"/>
          </a:xfrm>
          <a:prstGeom prst="rect">
            <a:avLst/>
          </a:prstGeom>
          <a:noFill/>
          <a:ln>
            <a:noFill/>
          </a:ln>
        </p:spPr>
        <p:txBody>
          <a:bodyPr anchorCtr="0" anchor="t" bIns="91425" lIns="91425" spcFirstLastPara="1" rIns="91425" wrap="square" tIns="0">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1000"/>
              </a:spcBef>
              <a:spcAft>
                <a:spcPts val="0"/>
              </a:spcAft>
              <a:buClr>
                <a:schemeClr val="lt1"/>
              </a:buClr>
              <a:buSzPts val="1400"/>
              <a:buNone/>
              <a:defRPr>
                <a:solidFill>
                  <a:schemeClr val="lt1"/>
                </a:solidFill>
              </a:defRPr>
            </a:lvl2pPr>
            <a:lvl3pPr lvl="2" algn="l">
              <a:lnSpc>
                <a:spcPct val="115000"/>
              </a:lnSpc>
              <a:spcBef>
                <a:spcPts val="1000"/>
              </a:spcBef>
              <a:spcAft>
                <a:spcPts val="0"/>
              </a:spcAft>
              <a:buClr>
                <a:schemeClr val="lt1"/>
              </a:buClr>
              <a:buSzPts val="1400"/>
              <a:buNone/>
              <a:defRPr>
                <a:solidFill>
                  <a:schemeClr val="lt1"/>
                </a:solidFill>
              </a:defRPr>
            </a:lvl3pPr>
            <a:lvl4pPr lvl="3" algn="l">
              <a:lnSpc>
                <a:spcPct val="115000"/>
              </a:lnSpc>
              <a:spcBef>
                <a:spcPts val="1000"/>
              </a:spcBef>
              <a:spcAft>
                <a:spcPts val="0"/>
              </a:spcAft>
              <a:buClr>
                <a:schemeClr val="lt1"/>
              </a:buClr>
              <a:buSzPts val="1400"/>
              <a:buNone/>
              <a:defRPr>
                <a:solidFill>
                  <a:schemeClr val="lt1"/>
                </a:solidFill>
              </a:defRPr>
            </a:lvl4pPr>
            <a:lvl5pPr lvl="4" algn="l">
              <a:lnSpc>
                <a:spcPct val="115000"/>
              </a:lnSpc>
              <a:spcBef>
                <a:spcPts val="1000"/>
              </a:spcBef>
              <a:spcAft>
                <a:spcPts val="0"/>
              </a:spcAft>
              <a:buClr>
                <a:schemeClr val="lt1"/>
              </a:buClr>
              <a:buSzPts val="1400"/>
              <a:buNone/>
              <a:defRPr>
                <a:solidFill>
                  <a:schemeClr val="lt1"/>
                </a:solidFill>
              </a:defRPr>
            </a:lvl5pPr>
            <a:lvl6pPr lvl="5" algn="l">
              <a:lnSpc>
                <a:spcPct val="115000"/>
              </a:lnSpc>
              <a:spcBef>
                <a:spcPts val="1000"/>
              </a:spcBef>
              <a:spcAft>
                <a:spcPts val="0"/>
              </a:spcAft>
              <a:buClr>
                <a:schemeClr val="lt1"/>
              </a:buClr>
              <a:buSzPts val="1400"/>
              <a:buNone/>
              <a:defRPr>
                <a:solidFill>
                  <a:schemeClr val="lt1"/>
                </a:solidFill>
              </a:defRPr>
            </a:lvl6pPr>
            <a:lvl7pPr lvl="6" algn="l">
              <a:lnSpc>
                <a:spcPct val="115000"/>
              </a:lnSpc>
              <a:spcBef>
                <a:spcPts val="1000"/>
              </a:spcBef>
              <a:spcAft>
                <a:spcPts val="0"/>
              </a:spcAft>
              <a:buClr>
                <a:schemeClr val="lt1"/>
              </a:buClr>
              <a:buSzPts val="1400"/>
              <a:buNone/>
              <a:defRPr>
                <a:solidFill>
                  <a:schemeClr val="lt1"/>
                </a:solidFill>
              </a:defRPr>
            </a:lvl7pPr>
            <a:lvl8pPr lvl="7" algn="l">
              <a:lnSpc>
                <a:spcPct val="115000"/>
              </a:lnSpc>
              <a:spcBef>
                <a:spcPts val="1000"/>
              </a:spcBef>
              <a:spcAft>
                <a:spcPts val="0"/>
              </a:spcAft>
              <a:buClr>
                <a:schemeClr val="lt1"/>
              </a:buClr>
              <a:buSzPts val="1400"/>
              <a:buNone/>
              <a:defRPr>
                <a:solidFill>
                  <a:schemeClr val="lt1"/>
                </a:solidFill>
              </a:defRPr>
            </a:lvl8pPr>
            <a:lvl9pPr lvl="8" algn="l">
              <a:lnSpc>
                <a:spcPct val="115000"/>
              </a:lnSpc>
              <a:spcBef>
                <a:spcPts val="1000"/>
              </a:spcBef>
              <a:spcAft>
                <a:spcPts val="1000"/>
              </a:spcAft>
              <a:buClr>
                <a:schemeClr val="lt1"/>
              </a:buClr>
              <a:buSzPts val="1400"/>
              <a:buNone/>
              <a:defRPr>
                <a:solidFill>
                  <a:schemeClr val="lt1"/>
                </a:solidFill>
              </a:defRPr>
            </a:lvl9pPr>
          </a:lstStyle>
          <a:p/>
        </p:txBody>
      </p:sp>
      <p:cxnSp>
        <p:nvCxnSpPr>
          <p:cNvPr id="855" name="Google Shape;855;g39c1a85cac3_0_854"/>
          <p:cNvCxnSpPr/>
          <p:nvPr/>
        </p:nvCxnSpPr>
        <p:spPr>
          <a:xfrm>
            <a:off x="9023250" y="0"/>
            <a:ext cx="0" cy="5135400"/>
          </a:xfrm>
          <a:prstGeom prst="straightConnector1">
            <a:avLst/>
          </a:prstGeom>
          <a:noFill/>
          <a:ln cap="flat" cmpd="sng" w="9525">
            <a:solidFill>
              <a:schemeClr val="accent3"/>
            </a:solidFill>
            <a:prstDash val="solid"/>
            <a:round/>
            <a:headEnd len="sm" w="sm" type="none"/>
            <a:tailEnd len="sm" w="sm" type="none"/>
          </a:ln>
        </p:spPr>
      </p:cxnSp>
      <p:cxnSp>
        <p:nvCxnSpPr>
          <p:cNvPr id="856" name="Google Shape;856;g39c1a85cac3_0_854"/>
          <p:cNvCxnSpPr/>
          <p:nvPr/>
        </p:nvCxnSpPr>
        <p:spPr>
          <a:xfrm>
            <a:off x="118800" y="0"/>
            <a:ext cx="0" cy="5135400"/>
          </a:xfrm>
          <a:prstGeom prst="straightConnector1">
            <a:avLst/>
          </a:prstGeom>
          <a:noFill/>
          <a:ln cap="flat" cmpd="sng" w="9525">
            <a:solidFill>
              <a:schemeClr val="accent3"/>
            </a:solidFill>
            <a:prstDash val="solid"/>
            <a:round/>
            <a:headEnd len="sm" w="sm" type="none"/>
            <a:tailEnd len="sm" w="sm" type="none"/>
          </a:ln>
        </p:spPr>
      </p:cxnSp>
      <p:sp>
        <p:nvSpPr>
          <p:cNvPr id="857" name="Google Shape;857;g39c1a85cac3_0_854"/>
          <p:cNvSpPr txBox="1"/>
          <p:nvPr>
            <p:ph idx="7" type="subTitle"/>
          </p:nvPr>
        </p:nvSpPr>
        <p:spPr>
          <a:xfrm>
            <a:off x="5372900" y="174200"/>
            <a:ext cx="1597500" cy="331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b="1">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858" name="Google Shape;858;g39c1a85cac3_0_854"/>
          <p:cNvSpPr txBox="1"/>
          <p:nvPr>
            <p:ph idx="8" type="subTitle"/>
          </p:nvPr>
        </p:nvSpPr>
        <p:spPr>
          <a:xfrm>
            <a:off x="139700" y="1653090"/>
            <a:ext cx="3655500" cy="1209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9pPr>
          </a:lstStyle>
          <a:p/>
        </p:txBody>
      </p:sp>
      <p:sp>
        <p:nvSpPr>
          <p:cNvPr id="859" name="Google Shape;859;g39c1a85cac3_0_854"/>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60" name="Google Shape;860;g39c1a85cac3_0_854"/>
          <p:cNvSpPr txBox="1"/>
          <p:nvPr>
            <p:ph type="title"/>
          </p:nvPr>
        </p:nvSpPr>
        <p:spPr>
          <a:xfrm>
            <a:off x="139700" y="228600"/>
            <a:ext cx="5079300" cy="10626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2pPr>
            <a:lvl3pPr lvl="2"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3pPr>
            <a:lvl4pPr lvl="3"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4pPr>
            <a:lvl5pPr lvl="4"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5pPr>
            <a:lvl6pPr lvl="5"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6pPr>
            <a:lvl7pPr lvl="6"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7pPr>
            <a:lvl8pPr lvl="7"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8pPr>
            <a:lvl9pPr lvl="8" algn="l">
              <a:lnSpc>
                <a:spcPct val="115000"/>
              </a:lnSpc>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9pPr>
          </a:lstStyle>
          <a:p/>
        </p:txBody>
      </p:sp>
      <p:sp>
        <p:nvSpPr>
          <p:cNvPr id="861" name="Google Shape;861;g39c1a85cac3_0_854"/>
          <p:cNvSpPr txBox="1"/>
          <p:nvPr>
            <p:ph idx="9" type="subTitle"/>
          </p:nvPr>
        </p:nvSpPr>
        <p:spPr>
          <a:xfrm>
            <a:off x="5372900" y="525800"/>
            <a:ext cx="1597500" cy="513000"/>
          </a:xfrm>
          <a:prstGeom prst="rect">
            <a:avLst/>
          </a:prstGeom>
          <a:noFill/>
          <a:ln>
            <a:noFill/>
          </a:ln>
        </p:spPr>
        <p:txBody>
          <a:bodyPr anchorCtr="0" anchor="t" bIns="91425" lIns="91425" spcFirstLastPara="1" rIns="91425" wrap="square" tIns="0">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1000"/>
              </a:spcBef>
              <a:spcAft>
                <a:spcPts val="0"/>
              </a:spcAft>
              <a:buClr>
                <a:schemeClr val="lt1"/>
              </a:buClr>
              <a:buSzPts val="1400"/>
              <a:buNone/>
              <a:defRPr>
                <a:solidFill>
                  <a:schemeClr val="lt1"/>
                </a:solidFill>
              </a:defRPr>
            </a:lvl2pPr>
            <a:lvl3pPr lvl="2" algn="l">
              <a:lnSpc>
                <a:spcPct val="115000"/>
              </a:lnSpc>
              <a:spcBef>
                <a:spcPts val="1000"/>
              </a:spcBef>
              <a:spcAft>
                <a:spcPts val="0"/>
              </a:spcAft>
              <a:buClr>
                <a:schemeClr val="lt1"/>
              </a:buClr>
              <a:buSzPts val="1400"/>
              <a:buNone/>
              <a:defRPr>
                <a:solidFill>
                  <a:schemeClr val="lt1"/>
                </a:solidFill>
              </a:defRPr>
            </a:lvl3pPr>
            <a:lvl4pPr lvl="3" algn="l">
              <a:lnSpc>
                <a:spcPct val="115000"/>
              </a:lnSpc>
              <a:spcBef>
                <a:spcPts val="1000"/>
              </a:spcBef>
              <a:spcAft>
                <a:spcPts val="0"/>
              </a:spcAft>
              <a:buClr>
                <a:schemeClr val="lt1"/>
              </a:buClr>
              <a:buSzPts val="1400"/>
              <a:buNone/>
              <a:defRPr>
                <a:solidFill>
                  <a:schemeClr val="lt1"/>
                </a:solidFill>
              </a:defRPr>
            </a:lvl4pPr>
            <a:lvl5pPr lvl="4" algn="l">
              <a:lnSpc>
                <a:spcPct val="115000"/>
              </a:lnSpc>
              <a:spcBef>
                <a:spcPts val="1000"/>
              </a:spcBef>
              <a:spcAft>
                <a:spcPts val="0"/>
              </a:spcAft>
              <a:buClr>
                <a:schemeClr val="lt1"/>
              </a:buClr>
              <a:buSzPts val="1400"/>
              <a:buNone/>
              <a:defRPr>
                <a:solidFill>
                  <a:schemeClr val="lt1"/>
                </a:solidFill>
              </a:defRPr>
            </a:lvl5pPr>
            <a:lvl6pPr lvl="5" algn="l">
              <a:lnSpc>
                <a:spcPct val="115000"/>
              </a:lnSpc>
              <a:spcBef>
                <a:spcPts val="1000"/>
              </a:spcBef>
              <a:spcAft>
                <a:spcPts val="0"/>
              </a:spcAft>
              <a:buClr>
                <a:schemeClr val="lt1"/>
              </a:buClr>
              <a:buSzPts val="1400"/>
              <a:buNone/>
              <a:defRPr>
                <a:solidFill>
                  <a:schemeClr val="lt1"/>
                </a:solidFill>
              </a:defRPr>
            </a:lvl6pPr>
            <a:lvl7pPr lvl="6" algn="l">
              <a:lnSpc>
                <a:spcPct val="115000"/>
              </a:lnSpc>
              <a:spcBef>
                <a:spcPts val="1000"/>
              </a:spcBef>
              <a:spcAft>
                <a:spcPts val="0"/>
              </a:spcAft>
              <a:buClr>
                <a:schemeClr val="lt1"/>
              </a:buClr>
              <a:buSzPts val="1400"/>
              <a:buNone/>
              <a:defRPr>
                <a:solidFill>
                  <a:schemeClr val="lt1"/>
                </a:solidFill>
              </a:defRPr>
            </a:lvl7pPr>
            <a:lvl8pPr lvl="7" algn="l">
              <a:lnSpc>
                <a:spcPct val="115000"/>
              </a:lnSpc>
              <a:spcBef>
                <a:spcPts val="1000"/>
              </a:spcBef>
              <a:spcAft>
                <a:spcPts val="0"/>
              </a:spcAft>
              <a:buClr>
                <a:schemeClr val="lt1"/>
              </a:buClr>
              <a:buSzPts val="1400"/>
              <a:buNone/>
              <a:defRPr>
                <a:solidFill>
                  <a:schemeClr val="lt1"/>
                </a:solidFill>
              </a:defRPr>
            </a:lvl8pPr>
            <a:lvl9pPr lvl="8" algn="l">
              <a:lnSpc>
                <a:spcPct val="115000"/>
              </a:lnSpc>
              <a:spcBef>
                <a:spcPts val="1000"/>
              </a:spcBef>
              <a:spcAft>
                <a:spcPts val="1000"/>
              </a:spcAft>
              <a:buClr>
                <a:schemeClr val="lt1"/>
              </a:buClr>
              <a:buSzPts val="1400"/>
              <a:buNone/>
              <a:defRPr>
                <a:solidFill>
                  <a:schemeClr val="lt1"/>
                </a:solidFill>
              </a:defRPr>
            </a:lvl9pPr>
          </a:lstStyle>
          <a:p/>
        </p:txBody>
      </p:sp>
      <p:sp>
        <p:nvSpPr>
          <p:cNvPr id="862" name="Google Shape;862;g39c1a85cac3_0_854"/>
          <p:cNvSpPr txBox="1"/>
          <p:nvPr>
            <p:ph idx="13" type="subTitle"/>
          </p:nvPr>
        </p:nvSpPr>
        <p:spPr>
          <a:xfrm>
            <a:off x="6953375" y="174200"/>
            <a:ext cx="1597500" cy="331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b="1">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863" name="Google Shape;863;g39c1a85cac3_0_854"/>
          <p:cNvSpPr txBox="1"/>
          <p:nvPr>
            <p:ph idx="14" type="subTitle"/>
          </p:nvPr>
        </p:nvSpPr>
        <p:spPr>
          <a:xfrm>
            <a:off x="6953375" y="525800"/>
            <a:ext cx="1597500" cy="513000"/>
          </a:xfrm>
          <a:prstGeom prst="rect">
            <a:avLst/>
          </a:prstGeom>
          <a:noFill/>
          <a:ln>
            <a:noFill/>
          </a:ln>
        </p:spPr>
        <p:txBody>
          <a:bodyPr anchorCtr="0" anchor="t" bIns="91425" lIns="91425" spcFirstLastPara="1" rIns="91425" wrap="square" tIns="0">
            <a:noAutofit/>
          </a:bodyPr>
          <a:lstStyle>
            <a:lvl1pPr lvl="0" algn="l">
              <a:lnSpc>
                <a:spcPct val="115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1000"/>
              </a:spcBef>
              <a:spcAft>
                <a:spcPts val="0"/>
              </a:spcAft>
              <a:buClr>
                <a:schemeClr val="lt1"/>
              </a:buClr>
              <a:buSzPts val="1400"/>
              <a:buNone/>
              <a:defRPr>
                <a:solidFill>
                  <a:schemeClr val="lt1"/>
                </a:solidFill>
              </a:defRPr>
            </a:lvl2pPr>
            <a:lvl3pPr lvl="2" algn="l">
              <a:lnSpc>
                <a:spcPct val="115000"/>
              </a:lnSpc>
              <a:spcBef>
                <a:spcPts val="1000"/>
              </a:spcBef>
              <a:spcAft>
                <a:spcPts val="0"/>
              </a:spcAft>
              <a:buClr>
                <a:schemeClr val="lt1"/>
              </a:buClr>
              <a:buSzPts val="1400"/>
              <a:buNone/>
              <a:defRPr>
                <a:solidFill>
                  <a:schemeClr val="lt1"/>
                </a:solidFill>
              </a:defRPr>
            </a:lvl3pPr>
            <a:lvl4pPr lvl="3" algn="l">
              <a:lnSpc>
                <a:spcPct val="115000"/>
              </a:lnSpc>
              <a:spcBef>
                <a:spcPts val="1000"/>
              </a:spcBef>
              <a:spcAft>
                <a:spcPts val="0"/>
              </a:spcAft>
              <a:buClr>
                <a:schemeClr val="lt1"/>
              </a:buClr>
              <a:buSzPts val="1400"/>
              <a:buNone/>
              <a:defRPr>
                <a:solidFill>
                  <a:schemeClr val="lt1"/>
                </a:solidFill>
              </a:defRPr>
            </a:lvl4pPr>
            <a:lvl5pPr lvl="4" algn="l">
              <a:lnSpc>
                <a:spcPct val="115000"/>
              </a:lnSpc>
              <a:spcBef>
                <a:spcPts val="1000"/>
              </a:spcBef>
              <a:spcAft>
                <a:spcPts val="0"/>
              </a:spcAft>
              <a:buClr>
                <a:schemeClr val="lt1"/>
              </a:buClr>
              <a:buSzPts val="1400"/>
              <a:buNone/>
              <a:defRPr>
                <a:solidFill>
                  <a:schemeClr val="lt1"/>
                </a:solidFill>
              </a:defRPr>
            </a:lvl5pPr>
            <a:lvl6pPr lvl="5" algn="l">
              <a:lnSpc>
                <a:spcPct val="115000"/>
              </a:lnSpc>
              <a:spcBef>
                <a:spcPts val="1000"/>
              </a:spcBef>
              <a:spcAft>
                <a:spcPts val="0"/>
              </a:spcAft>
              <a:buClr>
                <a:schemeClr val="lt1"/>
              </a:buClr>
              <a:buSzPts val="1400"/>
              <a:buNone/>
              <a:defRPr>
                <a:solidFill>
                  <a:schemeClr val="lt1"/>
                </a:solidFill>
              </a:defRPr>
            </a:lvl6pPr>
            <a:lvl7pPr lvl="6" algn="l">
              <a:lnSpc>
                <a:spcPct val="115000"/>
              </a:lnSpc>
              <a:spcBef>
                <a:spcPts val="1000"/>
              </a:spcBef>
              <a:spcAft>
                <a:spcPts val="0"/>
              </a:spcAft>
              <a:buClr>
                <a:schemeClr val="lt1"/>
              </a:buClr>
              <a:buSzPts val="1400"/>
              <a:buNone/>
              <a:defRPr>
                <a:solidFill>
                  <a:schemeClr val="lt1"/>
                </a:solidFill>
              </a:defRPr>
            </a:lvl7pPr>
            <a:lvl8pPr lvl="7" algn="l">
              <a:lnSpc>
                <a:spcPct val="115000"/>
              </a:lnSpc>
              <a:spcBef>
                <a:spcPts val="1000"/>
              </a:spcBef>
              <a:spcAft>
                <a:spcPts val="0"/>
              </a:spcAft>
              <a:buClr>
                <a:schemeClr val="lt1"/>
              </a:buClr>
              <a:buSzPts val="1400"/>
              <a:buNone/>
              <a:defRPr>
                <a:solidFill>
                  <a:schemeClr val="lt1"/>
                </a:solidFill>
              </a:defRPr>
            </a:lvl8pPr>
            <a:lvl9pPr lvl="8" algn="l">
              <a:lnSpc>
                <a:spcPct val="115000"/>
              </a:lnSpc>
              <a:spcBef>
                <a:spcPts val="1000"/>
              </a:spcBef>
              <a:spcAft>
                <a:spcPts val="1000"/>
              </a:spcAft>
              <a:buClr>
                <a:schemeClr val="lt1"/>
              </a:buClr>
              <a:buSzPts val="1400"/>
              <a:buNone/>
              <a:defRPr>
                <a:solidFill>
                  <a:schemeClr val="lt1"/>
                </a:solidFill>
              </a:defRPr>
            </a:lvl9pPr>
          </a:lstStyle>
          <a:p/>
        </p:txBody>
      </p:sp>
      <p:sp>
        <p:nvSpPr>
          <p:cNvPr id="864" name="Google Shape;864;g39c1a85cac3_0_854"/>
          <p:cNvSpPr txBox="1"/>
          <p:nvPr>
            <p:ph idx="15" type="subTitle"/>
          </p:nvPr>
        </p:nvSpPr>
        <p:spPr>
          <a:xfrm>
            <a:off x="6970400" y="4200925"/>
            <a:ext cx="1429800" cy="303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Poppins"/>
              <a:buNone/>
              <a:defRPr>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13">
    <p:spTree>
      <p:nvGrpSpPr>
        <p:cNvPr id="865" name="Shape 865"/>
        <p:cNvGrpSpPr/>
        <p:nvPr/>
      </p:nvGrpSpPr>
      <p:grpSpPr>
        <a:xfrm>
          <a:off x="0" y="0"/>
          <a:ext cx="0" cy="0"/>
          <a:chOff x="0" y="0"/>
          <a:chExt cx="0" cy="0"/>
        </a:xfrm>
      </p:grpSpPr>
      <p:sp>
        <p:nvSpPr>
          <p:cNvPr id="866" name="Google Shape;866;g39c1a85cac3_0_872"/>
          <p:cNvSpPr/>
          <p:nvPr>
            <p:ph idx="2" type="pic"/>
          </p:nvPr>
        </p:nvSpPr>
        <p:spPr>
          <a:xfrm>
            <a:off x="7754350" y="2584475"/>
            <a:ext cx="1263000" cy="1272600"/>
          </a:xfrm>
          <a:prstGeom prst="rect">
            <a:avLst/>
          </a:prstGeom>
          <a:noFill/>
          <a:ln>
            <a:noFill/>
          </a:ln>
        </p:spPr>
      </p:sp>
      <p:sp>
        <p:nvSpPr>
          <p:cNvPr id="867" name="Google Shape;867;g39c1a85cac3_0_872"/>
          <p:cNvSpPr/>
          <p:nvPr>
            <p:ph idx="3" type="pic"/>
          </p:nvPr>
        </p:nvSpPr>
        <p:spPr>
          <a:xfrm>
            <a:off x="5212300" y="2584475"/>
            <a:ext cx="1263000" cy="1272600"/>
          </a:xfrm>
          <a:prstGeom prst="rect">
            <a:avLst/>
          </a:prstGeom>
          <a:noFill/>
          <a:ln>
            <a:noFill/>
          </a:ln>
        </p:spPr>
      </p:sp>
      <p:sp>
        <p:nvSpPr>
          <p:cNvPr id="868" name="Google Shape;868;g39c1a85cac3_0_872"/>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cxnSp>
        <p:nvCxnSpPr>
          <p:cNvPr id="869" name="Google Shape;869;g39c1a85cac3_0_872"/>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870" name="Google Shape;870;g39c1a85cac3_0_872"/>
          <p:cNvCxnSpPr/>
          <p:nvPr/>
        </p:nvCxnSpPr>
        <p:spPr>
          <a:xfrm>
            <a:off x="9023250" y="-60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871" name="Google Shape;871;g39c1a85cac3_0_872"/>
          <p:cNvCxnSpPr/>
          <p:nvPr/>
        </p:nvCxnSpPr>
        <p:spPr>
          <a:xfrm>
            <a:off x="9020977" y="1291063"/>
            <a:ext cx="0" cy="3853200"/>
          </a:xfrm>
          <a:prstGeom prst="straightConnector1">
            <a:avLst/>
          </a:prstGeom>
          <a:noFill/>
          <a:ln cap="flat" cmpd="sng" w="9525">
            <a:solidFill>
              <a:schemeClr val="accent3"/>
            </a:solidFill>
            <a:prstDash val="solid"/>
            <a:round/>
            <a:headEnd len="sm" w="sm" type="none"/>
            <a:tailEnd len="sm" w="sm" type="none"/>
          </a:ln>
        </p:spPr>
      </p:cxnSp>
      <p:cxnSp>
        <p:nvCxnSpPr>
          <p:cNvPr id="872" name="Google Shape;872;g39c1a85cac3_0_872"/>
          <p:cNvCxnSpPr/>
          <p:nvPr/>
        </p:nvCxnSpPr>
        <p:spPr>
          <a:xfrm>
            <a:off x="128875" y="1291375"/>
            <a:ext cx="8885400" cy="0"/>
          </a:xfrm>
          <a:prstGeom prst="straightConnector1">
            <a:avLst/>
          </a:prstGeom>
          <a:noFill/>
          <a:ln cap="flat" cmpd="sng" w="9525">
            <a:solidFill>
              <a:schemeClr val="accent3"/>
            </a:solidFill>
            <a:prstDash val="solid"/>
            <a:round/>
            <a:headEnd len="sm" w="sm" type="none"/>
            <a:tailEnd len="sm" w="sm" type="none"/>
          </a:ln>
        </p:spPr>
      </p:cxnSp>
      <p:sp>
        <p:nvSpPr>
          <p:cNvPr id="873" name="Google Shape;873;g39c1a85cac3_0_872"/>
          <p:cNvSpPr txBox="1"/>
          <p:nvPr>
            <p:ph type="title"/>
          </p:nvPr>
        </p:nvSpPr>
        <p:spPr>
          <a:xfrm>
            <a:off x="139700" y="228600"/>
            <a:ext cx="5242500" cy="609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lt1"/>
              </a:buClr>
              <a:buSzPts val="2400"/>
              <a:buFont typeface="Poppins"/>
              <a:buNone/>
              <a:defRPr/>
            </a:lvl1pPr>
            <a:lvl2pPr lvl="1" algn="l">
              <a:lnSpc>
                <a:spcPct val="115000"/>
              </a:lnSpc>
              <a:spcBef>
                <a:spcPts val="0"/>
              </a:spcBef>
              <a:spcAft>
                <a:spcPts val="0"/>
              </a:spcAft>
              <a:buClr>
                <a:schemeClr val="lt1"/>
              </a:buClr>
              <a:buSzPts val="2400"/>
              <a:buFont typeface="Poppins"/>
              <a:buNone/>
              <a:defRPr sz="2400">
                <a:solidFill>
                  <a:schemeClr val="lt1"/>
                </a:solidFill>
              </a:defRPr>
            </a:lvl2pPr>
            <a:lvl3pPr lvl="2" algn="l">
              <a:lnSpc>
                <a:spcPct val="115000"/>
              </a:lnSpc>
              <a:spcBef>
                <a:spcPts val="0"/>
              </a:spcBef>
              <a:spcAft>
                <a:spcPts val="0"/>
              </a:spcAft>
              <a:buClr>
                <a:schemeClr val="lt1"/>
              </a:buClr>
              <a:buSzPts val="2400"/>
              <a:buFont typeface="Poppins"/>
              <a:buNone/>
              <a:defRPr sz="2400">
                <a:solidFill>
                  <a:schemeClr val="lt1"/>
                </a:solidFill>
              </a:defRPr>
            </a:lvl3pPr>
            <a:lvl4pPr lvl="3" algn="l">
              <a:lnSpc>
                <a:spcPct val="115000"/>
              </a:lnSpc>
              <a:spcBef>
                <a:spcPts val="0"/>
              </a:spcBef>
              <a:spcAft>
                <a:spcPts val="0"/>
              </a:spcAft>
              <a:buClr>
                <a:schemeClr val="lt1"/>
              </a:buClr>
              <a:buSzPts val="2400"/>
              <a:buFont typeface="Poppins"/>
              <a:buNone/>
              <a:defRPr sz="2400">
                <a:solidFill>
                  <a:schemeClr val="lt1"/>
                </a:solidFill>
              </a:defRPr>
            </a:lvl4pPr>
            <a:lvl5pPr lvl="4" algn="l">
              <a:lnSpc>
                <a:spcPct val="115000"/>
              </a:lnSpc>
              <a:spcBef>
                <a:spcPts val="0"/>
              </a:spcBef>
              <a:spcAft>
                <a:spcPts val="0"/>
              </a:spcAft>
              <a:buClr>
                <a:schemeClr val="lt1"/>
              </a:buClr>
              <a:buSzPts val="2400"/>
              <a:buFont typeface="Poppins"/>
              <a:buNone/>
              <a:defRPr sz="2400">
                <a:solidFill>
                  <a:schemeClr val="lt1"/>
                </a:solidFill>
              </a:defRPr>
            </a:lvl5pPr>
            <a:lvl6pPr lvl="5" algn="l">
              <a:lnSpc>
                <a:spcPct val="115000"/>
              </a:lnSpc>
              <a:spcBef>
                <a:spcPts val="0"/>
              </a:spcBef>
              <a:spcAft>
                <a:spcPts val="0"/>
              </a:spcAft>
              <a:buClr>
                <a:schemeClr val="lt1"/>
              </a:buClr>
              <a:buSzPts val="2400"/>
              <a:buFont typeface="Poppins"/>
              <a:buNone/>
              <a:defRPr sz="2400">
                <a:solidFill>
                  <a:schemeClr val="lt1"/>
                </a:solidFill>
              </a:defRPr>
            </a:lvl6pPr>
            <a:lvl7pPr lvl="6" algn="l">
              <a:lnSpc>
                <a:spcPct val="115000"/>
              </a:lnSpc>
              <a:spcBef>
                <a:spcPts val="0"/>
              </a:spcBef>
              <a:spcAft>
                <a:spcPts val="0"/>
              </a:spcAft>
              <a:buClr>
                <a:schemeClr val="lt1"/>
              </a:buClr>
              <a:buSzPts val="2400"/>
              <a:buFont typeface="Poppins"/>
              <a:buNone/>
              <a:defRPr sz="2400">
                <a:solidFill>
                  <a:schemeClr val="lt1"/>
                </a:solidFill>
              </a:defRPr>
            </a:lvl7pPr>
            <a:lvl8pPr lvl="7" algn="l">
              <a:lnSpc>
                <a:spcPct val="115000"/>
              </a:lnSpc>
              <a:spcBef>
                <a:spcPts val="0"/>
              </a:spcBef>
              <a:spcAft>
                <a:spcPts val="0"/>
              </a:spcAft>
              <a:buClr>
                <a:schemeClr val="lt1"/>
              </a:buClr>
              <a:buSzPts val="2400"/>
              <a:buFont typeface="Poppins"/>
              <a:buNone/>
              <a:defRPr sz="2400">
                <a:solidFill>
                  <a:schemeClr val="lt1"/>
                </a:solidFill>
              </a:defRPr>
            </a:lvl8pPr>
            <a:lvl9pPr lvl="8" algn="l">
              <a:lnSpc>
                <a:spcPct val="115000"/>
              </a:lnSpc>
              <a:spcBef>
                <a:spcPts val="0"/>
              </a:spcBef>
              <a:spcAft>
                <a:spcPts val="0"/>
              </a:spcAft>
              <a:buClr>
                <a:schemeClr val="lt1"/>
              </a:buClr>
              <a:buSzPts val="2400"/>
              <a:buFont typeface="Poppins"/>
              <a:buNone/>
              <a:defRPr sz="2400">
                <a:solidFill>
                  <a:schemeClr val="lt1"/>
                </a:solidFill>
              </a:defRPr>
            </a:lvl9pPr>
          </a:lstStyle>
          <a:p/>
        </p:txBody>
      </p:sp>
      <p:sp>
        <p:nvSpPr>
          <p:cNvPr id="874" name="Google Shape;874;g39c1a85cac3_0_872"/>
          <p:cNvSpPr txBox="1"/>
          <p:nvPr>
            <p:ph idx="4" type="title"/>
          </p:nvPr>
        </p:nvSpPr>
        <p:spPr>
          <a:xfrm>
            <a:off x="139700" y="1294075"/>
            <a:ext cx="3800400" cy="474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400"/>
              <a:buNone/>
              <a:defRPr/>
            </a:lvl1pPr>
            <a:lvl2pPr lvl="1" algn="l">
              <a:lnSpc>
                <a:spcPct val="115000"/>
              </a:lnSpc>
              <a:spcBef>
                <a:spcPts val="0"/>
              </a:spcBef>
              <a:spcAft>
                <a:spcPts val="0"/>
              </a:spcAft>
              <a:buClr>
                <a:schemeClr val="lt1"/>
              </a:buClr>
              <a:buSzPts val="2400"/>
              <a:buFont typeface="Poppins"/>
              <a:buNone/>
              <a:defRPr sz="2400">
                <a:solidFill>
                  <a:schemeClr val="lt1"/>
                </a:solidFill>
              </a:defRPr>
            </a:lvl2pPr>
            <a:lvl3pPr lvl="2" algn="l">
              <a:lnSpc>
                <a:spcPct val="115000"/>
              </a:lnSpc>
              <a:spcBef>
                <a:spcPts val="0"/>
              </a:spcBef>
              <a:spcAft>
                <a:spcPts val="0"/>
              </a:spcAft>
              <a:buClr>
                <a:schemeClr val="lt1"/>
              </a:buClr>
              <a:buSzPts val="2400"/>
              <a:buFont typeface="Poppins"/>
              <a:buNone/>
              <a:defRPr sz="2400">
                <a:solidFill>
                  <a:schemeClr val="lt1"/>
                </a:solidFill>
              </a:defRPr>
            </a:lvl3pPr>
            <a:lvl4pPr lvl="3" algn="l">
              <a:lnSpc>
                <a:spcPct val="115000"/>
              </a:lnSpc>
              <a:spcBef>
                <a:spcPts val="0"/>
              </a:spcBef>
              <a:spcAft>
                <a:spcPts val="0"/>
              </a:spcAft>
              <a:buClr>
                <a:schemeClr val="lt1"/>
              </a:buClr>
              <a:buSzPts val="2400"/>
              <a:buFont typeface="Poppins"/>
              <a:buNone/>
              <a:defRPr sz="2400">
                <a:solidFill>
                  <a:schemeClr val="lt1"/>
                </a:solidFill>
              </a:defRPr>
            </a:lvl4pPr>
            <a:lvl5pPr lvl="4" algn="l">
              <a:lnSpc>
                <a:spcPct val="115000"/>
              </a:lnSpc>
              <a:spcBef>
                <a:spcPts val="0"/>
              </a:spcBef>
              <a:spcAft>
                <a:spcPts val="0"/>
              </a:spcAft>
              <a:buClr>
                <a:schemeClr val="lt1"/>
              </a:buClr>
              <a:buSzPts val="2400"/>
              <a:buFont typeface="Poppins"/>
              <a:buNone/>
              <a:defRPr sz="2400">
                <a:solidFill>
                  <a:schemeClr val="lt1"/>
                </a:solidFill>
              </a:defRPr>
            </a:lvl5pPr>
            <a:lvl6pPr lvl="5" algn="l">
              <a:lnSpc>
                <a:spcPct val="115000"/>
              </a:lnSpc>
              <a:spcBef>
                <a:spcPts val="0"/>
              </a:spcBef>
              <a:spcAft>
                <a:spcPts val="0"/>
              </a:spcAft>
              <a:buClr>
                <a:schemeClr val="lt1"/>
              </a:buClr>
              <a:buSzPts val="2400"/>
              <a:buFont typeface="Poppins"/>
              <a:buNone/>
              <a:defRPr sz="2400">
                <a:solidFill>
                  <a:schemeClr val="lt1"/>
                </a:solidFill>
              </a:defRPr>
            </a:lvl6pPr>
            <a:lvl7pPr lvl="6" algn="l">
              <a:lnSpc>
                <a:spcPct val="115000"/>
              </a:lnSpc>
              <a:spcBef>
                <a:spcPts val="0"/>
              </a:spcBef>
              <a:spcAft>
                <a:spcPts val="0"/>
              </a:spcAft>
              <a:buClr>
                <a:schemeClr val="lt1"/>
              </a:buClr>
              <a:buSzPts val="2400"/>
              <a:buFont typeface="Poppins"/>
              <a:buNone/>
              <a:defRPr sz="2400">
                <a:solidFill>
                  <a:schemeClr val="lt1"/>
                </a:solidFill>
              </a:defRPr>
            </a:lvl7pPr>
            <a:lvl8pPr lvl="7" algn="l">
              <a:lnSpc>
                <a:spcPct val="115000"/>
              </a:lnSpc>
              <a:spcBef>
                <a:spcPts val="0"/>
              </a:spcBef>
              <a:spcAft>
                <a:spcPts val="0"/>
              </a:spcAft>
              <a:buClr>
                <a:schemeClr val="lt1"/>
              </a:buClr>
              <a:buSzPts val="2400"/>
              <a:buFont typeface="Poppins"/>
              <a:buNone/>
              <a:defRPr sz="2400">
                <a:solidFill>
                  <a:schemeClr val="lt1"/>
                </a:solidFill>
              </a:defRPr>
            </a:lvl8pPr>
            <a:lvl9pPr lvl="8" algn="l">
              <a:lnSpc>
                <a:spcPct val="115000"/>
              </a:lnSpc>
              <a:spcBef>
                <a:spcPts val="0"/>
              </a:spcBef>
              <a:spcAft>
                <a:spcPts val="0"/>
              </a:spcAft>
              <a:buClr>
                <a:schemeClr val="lt1"/>
              </a:buClr>
              <a:buSzPts val="2400"/>
              <a:buFont typeface="Poppins"/>
              <a:buNone/>
              <a:defRPr sz="2400">
                <a:solidFill>
                  <a:schemeClr val="lt1"/>
                </a:solidFill>
              </a:defRPr>
            </a:lvl9pPr>
          </a:lstStyle>
          <a:p/>
        </p:txBody>
      </p:sp>
      <p:sp>
        <p:nvSpPr>
          <p:cNvPr id="875" name="Google Shape;875;g39c1a85cac3_0_872"/>
          <p:cNvSpPr txBox="1"/>
          <p:nvPr>
            <p:ph idx="5" type="title"/>
          </p:nvPr>
        </p:nvSpPr>
        <p:spPr>
          <a:xfrm>
            <a:off x="139700" y="1809275"/>
            <a:ext cx="3800400" cy="5565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9pPr>
          </a:lstStyle>
          <a:p/>
        </p:txBody>
      </p:sp>
      <p:sp>
        <p:nvSpPr>
          <p:cNvPr id="876" name="Google Shape;876;g39c1a85cac3_0_872"/>
          <p:cNvSpPr txBox="1"/>
          <p:nvPr>
            <p:ph idx="6" type="title"/>
          </p:nvPr>
        </p:nvSpPr>
        <p:spPr>
          <a:xfrm>
            <a:off x="139700" y="2584475"/>
            <a:ext cx="3800400" cy="474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400"/>
              <a:buNone/>
              <a:defRPr/>
            </a:lvl1pPr>
            <a:lvl2pPr lvl="1" algn="l">
              <a:lnSpc>
                <a:spcPct val="115000"/>
              </a:lnSpc>
              <a:spcBef>
                <a:spcPts val="0"/>
              </a:spcBef>
              <a:spcAft>
                <a:spcPts val="0"/>
              </a:spcAft>
              <a:buClr>
                <a:schemeClr val="lt1"/>
              </a:buClr>
              <a:buSzPts val="2400"/>
              <a:buFont typeface="Poppins"/>
              <a:buNone/>
              <a:defRPr sz="2400">
                <a:solidFill>
                  <a:schemeClr val="lt1"/>
                </a:solidFill>
              </a:defRPr>
            </a:lvl2pPr>
            <a:lvl3pPr lvl="2" algn="l">
              <a:lnSpc>
                <a:spcPct val="115000"/>
              </a:lnSpc>
              <a:spcBef>
                <a:spcPts val="0"/>
              </a:spcBef>
              <a:spcAft>
                <a:spcPts val="0"/>
              </a:spcAft>
              <a:buClr>
                <a:schemeClr val="lt1"/>
              </a:buClr>
              <a:buSzPts val="2400"/>
              <a:buFont typeface="Poppins"/>
              <a:buNone/>
              <a:defRPr sz="2400">
                <a:solidFill>
                  <a:schemeClr val="lt1"/>
                </a:solidFill>
              </a:defRPr>
            </a:lvl3pPr>
            <a:lvl4pPr lvl="3" algn="l">
              <a:lnSpc>
                <a:spcPct val="115000"/>
              </a:lnSpc>
              <a:spcBef>
                <a:spcPts val="0"/>
              </a:spcBef>
              <a:spcAft>
                <a:spcPts val="0"/>
              </a:spcAft>
              <a:buClr>
                <a:schemeClr val="lt1"/>
              </a:buClr>
              <a:buSzPts val="2400"/>
              <a:buFont typeface="Poppins"/>
              <a:buNone/>
              <a:defRPr sz="2400">
                <a:solidFill>
                  <a:schemeClr val="lt1"/>
                </a:solidFill>
              </a:defRPr>
            </a:lvl4pPr>
            <a:lvl5pPr lvl="4" algn="l">
              <a:lnSpc>
                <a:spcPct val="115000"/>
              </a:lnSpc>
              <a:spcBef>
                <a:spcPts val="0"/>
              </a:spcBef>
              <a:spcAft>
                <a:spcPts val="0"/>
              </a:spcAft>
              <a:buClr>
                <a:schemeClr val="lt1"/>
              </a:buClr>
              <a:buSzPts val="2400"/>
              <a:buFont typeface="Poppins"/>
              <a:buNone/>
              <a:defRPr sz="2400">
                <a:solidFill>
                  <a:schemeClr val="lt1"/>
                </a:solidFill>
              </a:defRPr>
            </a:lvl5pPr>
            <a:lvl6pPr lvl="5" algn="l">
              <a:lnSpc>
                <a:spcPct val="115000"/>
              </a:lnSpc>
              <a:spcBef>
                <a:spcPts val="0"/>
              </a:spcBef>
              <a:spcAft>
                <a:spcPts val="0"/>
              </a:spcAft>
              <a:buClr>
                <a:schemeClr val="lt1"/>
              </a:buClr>
              <a:buSzPts val="2400"/>
              <a:buFont typeface="Poppins"/>
              <a:buNone/>
              <a:defRPr sz="2400">
                <a:solidFill>
                  <a:schemeClr val="lt1"/>
                </a:solidFill>
              </a:defRPr>
            </a:lvl6pPr>
            <a:lvl7pPr lvl="6" algn="l">
              <a:lnSpc>
                <a:spcPct val="115000"/>
              </a:lnSpc>
              <a:spcBef>
                <a:spcPts val="0"/>
              </a:spcBef>
              <a:spcAft>
                <a:spcPts val="0"/>
              </a:spcAft>
              <a:buClr>
                <a:schemeClr val="lt1"/>
              </a:buClr>
              <a:buSzPts val="2400"/>
              <a:buFont typeface="Poppins"/>
              <a:buNone/>
              <a:defRPr sz="2400">
                <a:solidFill>
                  <a:schemeClr val="lt1"/>
                </a:solidFill>
              </a:defRPr>
            </a:lvl7pPr>
            <a:lvl8pPr lvl="7" algn="l">
              <a:lnSpc>
                <a:spcPct val="115000"/>
              </a:lnSpc>
              <a:spcBef>
                <a:spcPts val="0"/>
              </a:spcBef>
              <a:spcAft>
                <a:spcPts val="0"/>
              </a:spcAft>
              <a:buClr>
                <a:schemeClr val="lt1"/>
              </a:buClr>
              <a:buSzPts val="2400"/>
              <a:buFont typeface="Poppins"/>
              <a:buNone/>
              <a:defRPr sz="2400">
                <a:solidFill>
                  <a:schemeClr val="lt1"/>
                </a:solidFill>
              </a:defRPr>
            </a:lvl8pPr>
            <a:lvl9pPr lvl="8" algn="l">
              <a:lnSpc>
                <a:spcPct val="115000"/>
              </a:lnSpc>
              <a:spcBef>
                <a:spcPts val="0"/>
              </a:spcBef>
              <a:spcAft>
                <a:spcPts val="0"/>
              </a:spcAft>
              <a:buClr>
                <a:schemeClr val="lt1"/>
              </a:buClr>
              <a:buSzPts val="2400"/>
              <a:buFont typeface="Poppins"/>
              <a:buNone/>
              <a:defRPr sz="2400">
                <a:solidFill>
                  <a:schemeClr val="lt1"/>
                </a:solidFill>
              </a:defRPr>
            </a:lvl9pPr>
          </a:lstStyle>
          <a:p/>
        </p:txBody>
      </p:sp>
      <p:sp>
        <p:nvSpPr>
          <p:cNvPr id="877" name="Google Shape;877;g39c1a85cac3_0_872"/>
          <p:cNvSpPr txBox="1"/>
          <p:nvPr>
            <p:ph idx="7" type="title"/>
          </p:nvPr>
        </p:nvSpPr>
        <p:spPr>
          <a:xfrm>
            <a:off x="139700" y="3099675"/>
            <a:ext cx="3800400" cy="5565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9pPr>
          </a:lstStyle>
          <a:p/>
        </p:txBody>
      </p:sp>
      <p:sp>
        <p:nvSpPr>
          <p:cNvPr id="878" name="Google Shape;878;g39c1a85cac3_0_872"/>
          <p:cNvSpPr txBox="1"/>
          <p:nvPr>
            <p:ph idx="8" type="title"/>
          </p:nvPr>
        </p:nvSpPr>
        <p:spPr>
          <a:xfrm>
            <a:off x="139700" y="3874875"/>
            <a:ext cx="3800400" cy="474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400"/>
              <a:buNone/>
              <a:defRPr/>
            </a:lvl1pPr>
            <a:lvl2pPr lvl="1" algn="l">
              <a:lnSpc>
                <a:spcPct val="115000"/>
              </a:lnSpc>
              <a:spcBef>
                <a:spcPts val="0"/>
              </a:spcBef>
              <a:spcAft>
                <a:spcPts val="0"/>
              </a:spcAft>
              <a:buClr>
                <a:schemeClr val="lt1"/>
              </a:buClr>
              <a:buSzPts val="2400"/>
              <a:buFont typeface="Poppins"/>
              <a:buNone/>
              <a:defRPr sz="2400">
                <a:solidFill>
                  <a:schemeClr val="lt1"/>
                </a:solidFill>
              </a:defRPr>
            </a:lvl2pPr>
            <a:lvl3pPr lvl="2" algn="l">
              <a:lnSpc>
                <a:spcPct val="115000"/>
              </a:lnSpc>
              <a:spcBef>
                <a:spcPts val="0"/>
              </a:spcBef>
              <a:spcAft>
                <a:spcPts val="0"/>
              </a:spcAft>
              <a:buClr>
                <a:schemeClr val="lt1"/>
              </a:buClr>
              <a:buSzPts val="2400"/>
              <a:buFont typeface="Poppins"/>
              <a:buNone/>
              <a:defRPr sz="2400">
                <a:solidFill>
                  <a:schemeClr val="lt1"/>
                </a:solidFill>
              </a:defRPr>
            </a:lvl3pPr>
            <a:lvl4pPr lvl="3" algn="l">
              <a:lnSpc>
                <a:spcPct val="115000"/>
              </a:lnSpc>
              <a:spcBef>
                <a:spcPts val="0"/>
              </a:spcBef>
              <a:spcAft>
                <a:spcPts val="0"/>
              </a:spcAft>
              <a:buClr>
                <a:schemeClr val="lt1"/>
              </a:buClr>
              <a:buSzPts val="2400"/>
              <a:buFont typeface="Poppins"/>
              <a:buNone/>
              <a:defRPr sz="2400">
                <a:solidFill>
                  <a:schemeClr val="lt1"/>
                </a:solidFill>
              </a:defRPr>
            </a:lvl4pPr>
            <a:lvl5pPr lvl="4" algn="l">
              <a:lnSpc>
                <a:spcPct val="115000"/>
              </a:lnSpc>
              <a:spcBef>
                <a:spcPts val="0"/>
              </a:spcBef>
              <a:spcAft>
                <a:spcPts val="0"/>
              </a:spcAft>
              <a:buClr>
                <a:schemeClr val="lt1"/>
              </a:buClr>
              <a:buSzPts val="2400"/>
              <a:buFont typeface="Poppins"/>
              <a:buNone/>
              <a:defRPr sz="2400">
                <a:solidFill>
                  <a:schemeClr val="lt1"/>
                </a:solidFill>
              </a:defRPr>
            </a:lvl5pPr>
            <a:lvl6pPr lvl="5" algn="l">
              <a:lnSpc>
                <a:spcPct val="115000"/>
              </a:lnSpc>
              <a:spcBef>
                <a:spcPts val="0"/>
              </a:spcBef>
              <a:spcAft>
                <a:spcPts val="0"/>
              </a:spcAft>
              <a:buClr>
                <a:schemeClr val="lt1"/>
              </a:buClr>
              <a:buSzPts val="2400"/>
              <a:buFont typeface="Poppins"/>
              <a:buNone/>
              <a:defRPr sz="2400">
                <a:solidFill>
                  <a:schemeClr val="lt1"/>
                </a:solidFill>
              </a:defRPr>
            </a:lvl6pPr>
            <a:lvl7pPr lvl="6" algn="l">
              <a:lnSpc>
                <a:spcPct val="115000"/>
              </a:lnSpc>
              <a:spcBef>
                <a:spcPts val="0"/>
              </a:spcBef>
              <a:spcAft>
                <a:spcPts val="0"/>
              </a:spcAft>
              <a:buClr>
                <a:schemeClr val="lt1"/>
              </a:buClr>
              <a:buSzPts val="2400"/>
              <a:buFont typeface="Poppins"/>
              <a:buNone/>
              <a:defRPr sz="2400">
                <a:solidFill>
                  <a:schemeClr val="lt1"/>
                </a:solidFill>
              </a:defRPr>
            </a:lvl7pPr>
            <a:lvl8pPr lvl="7" algn="l">
              <a:lnSpc>
                <a:spcPct val="115000"/>
              </a:lnSpc>
              <a:spcBef>
                <a:spcPts val="0"/>
              </a:spcBef>
              <a:spcAft>
                <a:spcPts val="0"/>
              </a:spcAft>
              <a:buClr>
                <a:schemeClr val="lt1"/>
              </a:buClr>
              <a:buSzPts val="2400"/>
              <a:buFont typeface="Poppins"/>
              <a:buNone/>
              <a:defRPr sz="2400">
                <a:solidFill>
                  <a:schemeClr val="lt1"/>
                </a:solidFill>
              </a:defRPr>
            </a:lvl8pPr>
            <a:lvl9pPr lvl="8" algn="l">
              <a:lnSpc>
                <a:spcPct val="115000"/>
              </a:lnSpc>
              <a:spcBef>
                <a:spcPts val="0"/>
              </a:spcBef>
              <a:spcAft>
                <a:spcPts val="0"/>
              </a:spcAft>
              <a:buClr>
                <a:schemeClr val="lt1"/>
              </a:buClr>
              <a:buSzPts val="2400"/>
              <a:buFont typeface="Poppins"/>
              <a:buNone/>
              <a:defRPr sz="2400">
                <a:solidFill>
                  <a:schemeClr val="lt1"/>
                </a:solidFill>
              </a:defRPr>
            </a:lvl9pPr>
          </a:lstStyle>
          <a:p/>
        </p:txBody>
      </p:sp>
      <p:sp>
        <p:nvSpPr>
          <p:cNvPr id="879" name="Google Shape;879;g39c1a85cac3_0_872"/>
          <p:cNvSpPr txBox="1"/>
          <p:nvPr>
            <p:ph idx="9" type="title"/>
          </p:nvPr>
        </p:nvSpPr>
        <p:spPr>
          <a:xfrm>
            <a:off x="139700" y="4390075"/>
            <a:ext cx="3800400" cy="5565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7">
    <p:spTree>
      <p:nvGrpSpPr>
        <p:cNvPr id="880" name="Shape 880"/>
        <p:cNvGrpSpPr/>
        <p:nvPr/>
      </p:nvGrpSpPr>
      <p:grpSpPr>
        <a:xfrm>
          <a:off x="0" y="0"/>
          <a:ext cx="0" cy="0"/>
          <a:chOff x="0" y="0"/>
          <a:chExt cx="0" cy="0"/>
        </a:xfrm>
      </p:grpSpPr>
      <p:pic>
        <p:nvPicPr>
          <p:cNvPr id="881" name="Google Shape;881;g39c1a85cac3_0_887"/>
          <p:cNvPicPr preferRelativeResize="0"/>
          <p:nvPr/>
        </p:nvPicPr>
        <p:blipFill rotWithShape="1">
          <a:blip r:embed="rId2">
            <a:alphaModFix/>
          </a:blip>
          <a:srcRect b="13328" l="0" r="0" t="10503"/>
          <a:stretch/>
        </p:blipFill>
        <p:spPr>
          <a:xfrm rot="10800000">
            <a:off x="135149" y="1285126"/>
            <a:ext cx="5075876" cy="3866199"/>
          </a:xfrm>
          <a:prstGeom prst="rect">
            <a:avLst/>
          </a:prstGeom>
          <a:noFill/>
          <a:ln>
            <a:noFill/>
          </a:ln>
        </p:spPr>
      </p:pic>
      <p:sp>
        <p:nvSpPr>
          <p:cNvPr descr="A solid green color" id="882" name="Google Shape;882;g39c1a85cac3_0_887"/>
          <p:cNvSpPr/>
          <p:nvPr/>
        </p:nvSpPr>
        <p:spPr>
          <a:xfrm>
            <a:off x="135138" y="900"/>
            <a:ext cx="1257900" cy="1283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descr="A solid blue color" id="883" name="Google Shape;883;g39c1a85cac3_0_887"/>
          <p:cNvSpPr/>
          <p:nvPr/>
        </p:nvSpPr>
        <p:spPr>
          <a:xfrm>
            <a:off x="5218975" y="-1050"/>
            <a:ext cx="1257900" cy="12870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884" name="Google Shape;884;g39c1a85cac3_0_887"/>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85" name="Google Shape;885;g39c1a85cac3_0_887"/>
          <p:cNvSpPr txBox="1"/>
          <p:nvPr>
            <p:ph type="title"/>
          </p:nvPr>
        </p:nvSpPr>
        <p:spPr>
          <a:xfrm>
            <a:off x="128875" y="1666875"/>
            <a:ext cx="4922400" cy="3245400"/>
          </a:xfrm>
          <a:prstGeom prst="rect">
            <a:avLst/>
          </a:prstGeom>
          <a:noFill/>
          <a:ln>
            <a:noFill/>
          </a:ln>
        </p:spPr>
        <p:txBody>
          <a:bodyPr anchorCtr="0" anchor="b" bIns="0" lIns="91425" spcFirstLastPara="1" rIns="91425" wrap="square" tIns="91425">
            <a:spAutoFit/>
          </a:bodyPr>
          <a:lstStyle>
            <a:lvl1pPr lvl="0" algn="l">
              <a:lnSpc>
                <a:spcPct val="90000"/>
              </a:lnSpc>
              <a:spcBef>
                <a:spcPts val="0"/>
              </a:spcBef>
              <a:spcAft>
                <a:spcPts val="0"/>
              </a:spcAft>
              <a:buClr>
                <a:schemeClr val="lt1"/>
              </a:buClr>
              <a:buSzPts val="6000"/>
              <a:buFont typeface="Poppins"/>
              <a:buNone/>
              <a:defRPr sz="6000"/>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886" name="Google Shape;886;g39c1a85cac3_0_887"/>
          <p:cNvSpPr txBox="1"/>
          <p:nvPr>
            <p:ph idx="1" type="subTitle"/>
          </p:nvPr>
        </p:nvSpPr>
        <p:spPr>
          <a:xfrm>
            <a:off x="5305200" y="2579575"/>
            <a:ext cx="3596700" cy="1270200"/>
          </a:xfrm>
          <a:prstGeom prst="rect">
            <a:avLst/>
          </a:prstGeom>
          <a:noFill/>
          <a:ln>
            <a:noFill/>
          </a:ln>
        </p:spPr>
        <p:txBody>
          <a:bodyPr anchorCtr="0" anchor="t" bIns="91425" lIns="91425" spcFirstLastPara="1" rIns="91425" wrap="square" tIns="182875">
            <a:noAutofit/>
          </a:bodyPr>
          <a:lstStyle>
            <a:lvl1pPr lvl="0" algn="l">
              <a:lnSpc>
                <a:spcPct val="115000"/>
              </a:lnSpc>
              <a:spcBef>
                <a:spcPts val="0"/>
              </a:spcBef>
              <a:spcAft>
                <a:spcPts val="0"/>
              </a:spcAft>
              <a:buClr>
                <a:schemeClr val="lt1"/>
              </a:buClr>
              <a:buSzPts val="1000"/>
              <a:buFont typeface="Instrument Sans"/>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887" name="Google Shape;887;g39c1a85cac3_0_887"/>
          <p:cNvSpPr txBox="1"/>
          <p:nvPr>
            <p:ph idx="2" type="subTitle"/>
          </p:nvPr>
        </p:nvSpPr>
        <p:spPr>
          <a:xfrm>
            <a:off x="5305225" y="3861475"/>
            <a:ext cx="3596700" cy="10509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lt1"/>
              </a:buClr>
              <a:buSzPts val="1000"/>
              <a:buFont typeface="Instrument Sans"/>
              <a:buNone/>
              <a:defRPr sz="1000">
                <a:latin typeface="Instrument Sans"/>
                <a:ea typeface="Instrument Sans"/>
                <a:cs typeface="Instrument Sans"/>
                <a:sym typeface="Instrument Sans"/>
              </a:defRPr>
            </a:lvl1pPr>
            <a:lvl2pPr lvl="1"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lgn="l">
              <a:lnSpc>
                <a:spcPct val="115000"/>
              </a:lnSpc>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888" name="Google Shape;888;g39c1a85cac3_0_887"/>
          <p:cNvSpPr/>
          <p:nvPr>
            <p:ph idx="3" type="pic"/>
          </p:nvPr>
        </p:nvSpPr>
        <p:spPr>
          <a:xfrm>
            <a:off x="7757975" y="1297450"/>
            <a:ext cx="1259700" cy="1275000"/>
          </a:xfrm>
          <a:prstGeom prst="rect">
            <a:avLst/>
          </a:prstGeom>
          <a:noFill/>
          <a:ln>
            <a:noFill/>
          </a:ln>
        </p:spPr>
      </p:sp>
      <p:grpSp>
        <p:nvGrpSpPr>
          <p:cNvPr id="889" name="Google Shape;889;g39c1a85cac3_0_887"/>
          <p:cNvGrpSpPr/>
          <p:nvPr/>
        </p:nvGrpSpPr>
        <p:grpSpPr>
          <a:xfrm>
            <a:off x="128875" y="0"/>
            <a:ext cx="8894550" cy="5152800"/>
            <a:chOff x="128875" y="0"/>
            <a:chExt cx="8894550" cy="5152800"/>
          </a:xfrm>
        </p:grpSpPr>
        <p:cxnSp>
          <p:nvCxnSpPr>
            <p:cNvPr id="890" name="Google Shape;890;g39c1a85cac3_0_887"/>
            <p:cNvCxnSpPr/>
            <p:nvPr/>
          </p:nvCxnSpPr>
          <p:spPr>
            <a:xfrm>
              <a:off x="6480997" y="1200"/>
              <a:ext cx="0" cy="2583300"/>
            </a:xfrm>
            <a:prstGeom prst="straightConnector1">
              <a:avLst/>
            </a:prstGeom>
            <a:noFill/>
            <a:ln cap="flat" cmpd="sng" w="9525">
              <a:solidFill>
                <a:schemeClr val="dk2"/>
              </a:solidFill>
              <a:prstDash val="solid"/>
              <a:round/>
              <a:headEnd len="sm" w="sm" type="none"/>
              <a:tailEnd len="sm" w="sm" type="none"/>
            </a:ln>
          </p:spPr>
        </p:cxnSp>
        <p:cxnSp>
          <p:nvCxnSpPr>
            <p:cNvPr id="891" name="Google Shape;891;g39c1a85cac3_0_887"/>
            <p:cNvCxnSpPr/>
            <p:nvPr/>
          </p:nvCxnSpPr>
          <p:spPr>
            <a:xfrm>
              <a:off x="7752136" y="1200"/>
              <a:ext cx="0" cy="2583300"/>
            </a:xfrm>
            <a:prstGeom prst="straightConnector1">
              <a:avLst/>
            </a:prstGeom>
            <a:noFill/>
            <a:ln cap="flat" cmpd="sng" w="9525">
              <a:solidFill>
                <a:schemeClr val="dk2"/>
              </a:solidFill>
              <a:prstDash val="solid"/>
              <a:round/>
              <a:headEnd len="sm" w="sm" type="none"/>
              <a:tailEnd len="sm" w="sm" type="none"/>
            </a:ln>
          </p:spPr>
        </p:cxnSp>
        <p:cxnSp>
          <p:nvCxnSpPr>
            <p:cNvPr id="892" name="Google Shape;892;g39c1a85cac3_0_887"/>
            <p:cNvCxnSpPr/>
            <p:nvPr/>
          </p:nvCxnSpPr>
          <p:spPr>
            <a:xfrm>
              <a:off x="5213125" y="2579575"/>
              <a:ext cx="3810300" cy="0"/>
            </a:xfrm>
            <a:prstGeom prst="straightConnector1">
              <a:avLst/>
            </a:prstGeom>
            <a:noFill/>
            <a:ln cap="flat" cmpd="sng" w="9525">
              <a:solidFill>
                <a:schemeClr val="dk2"/>
              </a:solidFill>
              <a:prstDash val="solid"/>
              <a:round/>
              <a:headEnd len="sm" w="sm" type="none"/>
              <a:tailEnd len="sm" w="sm" type="none"/>
            </a:ln>
          </p:spPr>
        </p:cxnSp>
        <p:cxnSp>
          <p:nvCxnSpPr>
            <p:cNvPr id="893" name="Google Shape;893;g39c1a85cac3_0_887"/>
            <p:cNvCxnSpPr/>
            <p:nvPr/>
          </p:nvCxnSpPr>
          <p:spPr>
            <a:xfrm>
              <a:off x="5212100" y="1075"/>
              <a:ext cx="0" cy="5133900"/>
            </a:xfrm>
            <a:prstGeom prst="straightConnector1">
              <a:avLst/>
            </a:prstGeom>
            <a:noFill/>
            <a:ln cap="flat" cmpd="sng" w="9525">
              <a:solidFill>
                <a:schemeClr val="dk2"/>
              </a:solidFill>
              <a:prstDash val="solid"/>
              <a:round/>
              <a:headEnd len="sm" w="sm" type="none"/>
              <a:tailEnd len="sm" w="sm" type="none"/>
            </a:ln>
          </p:spPr>
        </p:cxnSp>
        <p:cxnSp>
          <p:nvCxnSpPr>
            <p:cNvPr id="894" name="Google Shape;894;g39c1a85cac3_0_887"/>
            <p:cNvCxnSpPr/>
            <p:nvPr/>
          </p:nvCxnSpPr>
          <p:spPr>
            <a:xfrm>
              <a:off x="3940150" y="1200"/>
              <a:ext cx="0" cy="1290300"/>
            </a:xfrm>
            <a:prstGeom prst="straightConnector1">
              <a:avLst/>
            </a:prstGeom>
            <a:noFill/>
            <a:ln cap="flat" cmpd="sng" w="9525">
              <a:solidFill>
                <a:schemeClr val="dk2"/>
              </a:solidFill>
              <a:prstDash val="solid"/>
              <a:round/>
              <a:headEnd len="sm" w="sm" type="none"/>
              <a:tailEnd len="sm" w="sm" type="none"/>
            </a:ln>
          </p:spPr>
        </p:cxnSp>
        <p:cxnSp>
          <p:nvCxnSpPr>
            <p:cNvPr id="895" name="Google Shape;895;g39c1a85cac3_0_887"/>
            <p:cNvCxnSpPr/>
            <p:nvPr/>
          </p:nvCxnSpPr>
          <p:spPr>
            <a:xfrm>
              <a:off x="2669725" y="1200"/>
              <a:ext cx="0" cy="1290300"/>
            </a:xfrm>
            <a:prstGeom prst="straightConnector1">
              <a:avLst/>
            </a:prstGeom>
            <a:noFill/>
            <a:ln cap="flat" cmpd="sng" w="9525">
              <a:solidFill>
                <a:schemeClr val="dk2"/>
              </a:solidFill>
              <a:prstDash val="solid"/>
              <a:round/>
              <a:headEnd len="sm" w="sm" type="none"/>
              <a:tailEnd len="sm" w="sm" type="none"/>
            </a:ln>
          </p:spPr>
        </p:cxnSp>
        <p:cxnSp>
          <p:nvCxnSpPr>
            <p:cNvPr id="896" name="Google Shape;896;g39c1a85cac3_0_887"/>
            <p:cNvCxnSpPr/>
            <p:nvPr/>
          </p:nvCxnSpPr>
          <p:spPr>
            <a:xfrm>
              <a:off x="1399300" y="1200"/>
              <a:ext cx="0" cy="1290300"/>
            </a:xfrm>
            <a:prstGeom prst="straightConnector1">
              <a:avLst/>
            </a:prstGeom>
            <a:noFill/>
            <a:ln cap="flat" cmpd="sng" w="9525">
              <a:solidFill>
                <a:schemeClr val="dk2"/>
              </a:solidFill>
              <a:prstDash val="solid"/>
              <a:round/>
              <a:headEnd len="sm" w="sm" type="none"/>
              <a:tailEnd len="sm" w="sm" type="none"/>
            </a:ln>
          </p:spPr>
        </p:cxnSp>
        <p:cxnSp>
          <p:nvCxnSpPr>
            <p:cNvPr id="897" name="Google Shape;897;g39c1a85cac3_0_887"/>
            <p:cNvCxnSpPr/>
            <p:nvPr/>
          </p:nvCxnSpPr>
          <p:spPr>
            <a:xfrm>
              <a:off x="128875" y="0"/>
              <a:ext cx="0" cy="5152800"/>
            </a:xfrm>
            <a:prstGeom prst="straightConnector1">
              <a:avLst/>
            </a:prstGeom>
            <a:noFill/>
            <a:ln cap="flat" cmpd="sng" w="9525">
              <a:solidFill>
                <a:schemeClr val="dk2"/>
              </a:solidFill>
              <a:prstDash val="solid"/>
              <a:round/>
              <a:headEnd len="sm" w="sm" type="none"/>
              <a:tailEnd len="sm" w="sm" type="none"/>
            </a:ln>
          </p:spPr>
        </p:cxnSp>
        <p:cxnSp>
          <p:nvCxnSpPr>
            <p:cNvPr id="898" name="Google Shape;898;g39c1a85cac3_0_887"/>
            <p:cNvCxnSpPr/>
            <p:nvPr/>
          </p:nvCxnSpPr>
          <p:spPr>
            <a:xfrm>
              <a:off x="9023250" y="1200"/>
              <a:ext cx="0" cy="5143500"/>
            </a:xfrm>
            <a:prstGeom prst="straightConnector1">
              <a:avLst/>
            </a:prstGeom>
            <a:noFill/>
            <a:ln cap="flat" cmpd="sng" w="9525">
              <a:solidFill>
                <a:schemeClr val="dk2"/>
              </a:solidFill>
              <a:prstDash val="solid"/>
              <a:round/>
              <a:headEnd len="sm" w="sm" type="none"/>
              <a:tailEnd len="sm" w="sm" type="none"/>
            </a:ln>
          </p:spPr>
        </p:cxnSp>
        <p:cxnSp>
          <p:nvCxnSpPr>
            <p:cNvPr id="899" name="Google Shape;899;g39c1a85cac3_0_887"/>
            <p:cNvCxnSpPr/>
            <p:nvPr/>
          </p:nvCxnSpPr>
          <p:spPr>
            <a:xfrm>
              <a:off x="128875" y="1291375"/>
              <a:ext cx="8894400" cy="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2">
  <p:cSld name="BLANK_1_1_1_1_1_1_2">
    <p:spTree>
      <p:nvGrpSpPr>
        <p:cNvPr id="900" name="Shape 900"/>
        <p:cNvGrpSpPr/>
        <p:nvPr/>
      </p:nvGrpSpPr>
      <p:grpSpPr>
        <a:xfrm>
          <a:off x="0" y="0"/>
          <a:ext cx="0" cy="0"/>
          <a:chOff x="0" y="0"/>
          <a:chExt cx="0" cy="0"/>
        </a:xfrm>
      </p:grpSpPr>
      <p:pic>
        <p:nvPicPr>
          <p:cNvPr id="901" name="Google Shape;901;g39c1a85cac3_0_907"/>
          <p:cNvPicPr preferRelativeResize="0"/>
          <p:nvPr/>
        </p:nvPicPr>
        <p:blipFill rotWithShape="1">
          <a:blip r:embed="rId2">
            <a:alphaModFix/>
          </a:blip>
          <a:srcRect b="0" l="-14115" r="0" t="239"/>
          <a:stretch/>
        </p:blipFill>
        <p:spPr>
          <a:xfrm rot="-5400000">
            <a:off x="7090639" y="651563"/>
            <a:ext cx="2584673" cy="1271001"/>
          </a:xfrm>
          <a:prstGeom prst="rect">
            <a:avLst/>
          </a:prstGeom>
          <a:noFill/>
          <a:ln>
            <a:noFill/>
          </a:ln>
        </p:spPr>
      </p:pic>
      <p:sp>
        <p:nvSpPr>
          <p:cNvPr id="902" name="Google Shape;902;g39c1a85cac3_0_907"/>
          <p:cNvSpPr/>
          <p:nvPr>
            <p:ph idx="2" type="pic"/>
          </p:nvPr>
        </p:nvSpPr>
        <p:spPr>
          <a:xfrm>
            <a:off x="125900" y="-5250"/>
            <a:ext cx="3826500" cy="2584800"/>
          </a:xfrm>
          <a:prstGeom prst="rect">
            <a:avLst/>
          </a:prstGeom>
          <a:noFill/>
          <a:ln>
            <a:noFill/>
          </a:ln>
        </p:spPr>
      </p:sp>
      <p:sp>
        <p:nvSpPr>
          <p:cNvPr id="903" name="Google Shape;903;g39c1a85cac3_0_907"/>
          <p:cNvSpPr/>
          <p:nvPr>
            <p:ph idx="3" type="pic"/>
          </p:nvPr>
        </p:nvSpPr>
        <p:spPr>
          <a:xfrm>
            <a:off x="7756975" y="3876725"/>
            <a:ext cx="1261500" cy="1268100"/>
          </a:xfrm>
          <a:prstGeom prst="rect">
            <a:avLst/>
          </a:prstGeom>
          <a:noFill/>
          <a:ln>
            <a:noFill/>
          </a:ln>
        </p:spPr>
      </p:sp>
      <p:sp>
        <p:nvSpPr>
          <p:cNvPr id="904" name="Google Shape;904;g39c1a85cac3_0_907"/>
          <p:cNvSpPr txBox="1"/>
          <p:nvPr>
            <p:ph type="title"/>
          </p:nvPr>
        </p:nvSpPr>
        <p:spPr>
          <a:xfrm>
            <a:off x="125900" y="2579575"/>
            <a:ext cx="6355200" cy="2332800"/>
          </a:xfrm>
          <a:prstGeom prst="rect">
            <a:avLst/>
          </a:prstGeom>
          <a:noFill/>
          <a:ln>
            <a:noFill/>
          </a:ln>
        </p:spPr>
        <p:txBody>
          <a:bodyPr anchorCtr="0" anchor="b" bIns="91425" lIns="91425" spcFirstLastPara="1" rIns="91425" wrap="square" tIns="91425">
            <a:spAutoFit/>
          </a:bodyPr>
          <a:lstStyle>
            <a:lvl1pPr lvl="0" algn="l">
              <a:lnSpc>
                <a:spcPct val="90000"/>
              </a:lnSpc>
              <a:spcBef>
                <a:spcPts val="0"/>
              </a:spcBef>
              <a:spcAft>
                <a:spcPts val="0"/>
              </a:spcAft>
              <a:buClr>
                <a:schemeClr val="lt1"/>
              </a:buClr>
              <a:buSzPts val="4800"/>
              <a:buFont typeface="Poppins"/>
              <a:buNone/>
              <a:defRPr sz="4800"/>
            </a:lvl1pPr>
            <a:lvl2pPr lvl="1" algn="l">
              <a:lnSpc>
                <a:spcPct val="115000"/>
              </a:lnSpc>
              <a:spcBef>
                <a:spcPts val="0"/>
              </a:spcBef>
              <a:spcAft>
                <a:spcPts val="0"/>
              </a:spcAft>
              <a:buClr>
                <a:schemeClr val="lt1"/>
              </a:buClr>
              <a:buSzPts val="1400"/>
              <a:buFont typeface="Poppins"/>
              <a:buNone/>
              <a:defRPr>
                <a:solidFill>
                  <a:schemeClr val="lt1"/>
                </a:solidFill>
              </a:defRPr>
            </a:lvl2pPr>
            <a:lvl3pPr lvl="2" algn="l">
              <a:lnSpc>
                <a:spcPct val="115000"/>
              </a:lnSpc>
              <a:spcBef>
                <a:spcPts val="0"/>
              </a:spcBef>
              <a:spcAft>
                <a:spcPts val="0"/>
              </a:spcAft>
              <a:buClr>
                <a:schemeClr val="lt1"/>
              </a:buClr>
              <a:buSzPts val="1400"/>
              <a:buFont typeface="Poppins"/>
              <a:buNone/>
              <a:defRPr>
                <a:solidFill>
                  <a:schemeClr val="lt1"/>
                </a:solidFill>
              </a:defRPr>
            </a:lvl3pPr>
            <a:lvl4pPr lvl="3" algn="l">
              <a:lnSpc>
                <a:spcPct val="115000"/>
              </a:lnSpc>
              <a:spcBef>
                <a:spcPts val="0"/>
              </a:spcBef>
              <a:spcAft>
                <a:spcPts val="0"/>
              </a:spcAft>
              <a:buClr>
                <a:schemeClr val="lt1"/>
              </a:buClr>
              <a:buSzPts val="1400"/>
              <a:buFont typeface="Poppins"/>
              <a:buNone/>
              <a:defRPr>
                <a:solidFill>
                  <a:schemeClr val="lt1"/>
                </a:solidFill>
              </a:defRPr>
            </a:lvl4pPr>
            <a:lvl5pPr lvl="4" algn="l">
              <a:lnSpc>
                <a:spcPct val="115000"/>
              </a:lnSpc>
              <a:spcBef>
                <a:spcPts val="0"/>
              </a:spcBef>
              <a:spcAft>
                <a:spcPts val="0"/>
              </a:spcAft>
              <a:buClr>
                <a:schemeClr val="lt1"/>
              </a:buClr>
              <a:buSzPts val="1400"/>
              <a:buFont typeface="Poppins"/>
              <a:buNone/>
              <a:defRPr>
                <a:solidFill>
                  <a:schemeClr val="lt1"/>
                </a:solidFill>
              </a:defRPr>
            </a:lvl5pPr>
            <a:lvl6pPr lvl="5" algn="l">
              <a:lnSpc>
                <a:spcPct val="115000"/>
              </a:lnSpc>
              <a:spcBef>
                <a:spcPts val="0"/>
              </a:spcBef>
              <a:spcAft>
                <a:spcPts val="0"/>
              </a:spcAft>
              <a:buClr>
                <a:schemeClr val="lt1"/>
              </a:buClr>
              <a:buSzPts val="1400"/>
              <a:buFont typeface="Poppins"/>
              <a:buNone/>
              <a:defRPr>
                <a:solidFill>
                  <a:schemeClr val="lt1"/>
                </a:solidFill>
              </a:defRPr>
            </a:lvl6pPr>
            <a:lvl7pPr lvl="6" algn="l">
              <a:lnSpc>
                <a:spcPct val="115000"/>
              </a:lnSpc>
              <a:spcBef>
                <a:spcPts val="0"/>
              </a:spcBef>
              <a:spcAft>
                <a:spcPts val="0"/>
              </a:spcAft>
              <a:buClr>
                <a:schemeClr val="lt1"/>
              </a:buClr>
              <a:buSzPts val="1400"/>
              <a:buFont typeface="Poppins"/>
              <a:buNone/>
              <a:defRPr>
                <a:solidFill>
                  <a:schemeClr val="lt1"/>
                </a:solidFill>
              </a:defRPr>
            </a:lvl7pPr>
            <a:lvl8pPr lvl="7" algn="l">
              <a:lnSpc>
                <a:spcPct val="115000"/>
              </a:lnSpc>
              <a:spcBef>
                <a:spcPts val="0"/>
              </a:spcBef>
              <a:spcAft>
                <a:spcPts val="0"/>
              </a:spcAft>
              <a:buClr>
                <a:schemeClr val="lt1"/>
              </a:buClr>
              <a:buSzPts val="1400"/>
              <a:buFont typeface="Poppins"/>
              <a:buNone/>
              <a:defRPr>
                <a:solidFill>
                  <a:schemeClr val="lt1"/>
                </a:solidFill>
              </a:defRPr>
            </a:lvl8pPr>
            <a:lvl9pPr lvl="8" algn="l">
              <a:lnSpc>
                <a:spcPct val="115000"/>
              </a:lnSpc>
              <a:spcBef>
                <a:spcPts val="0"/>
              </a:spcBef>
              <a:spcAft>
                <a:spcPts val="0"/>
              </a:spcAft>
              <a:buClr>
                <a:schemeClr val="lt1"/>
              </a:buClr>
              <a:buSzPts val="1400"/>
              <a:buFont typeface="Poppins"/>
              <a:buNone/>
              <a:defRPr>
                <a:solidFill>
                  <a:schemeClr val="lt1"/>
                </a:solidFill>
              </a:defRPr>
            </a:lvl9pPr>
          </a:lstStyle>
          <a:p/>
        </p:txBody>
      </p:sp>
      <p:grpSp>
        <p:nvGrpSpPr>
          <p:cNvPr id="905" name="Google Shape;905;g39c1a85cac3_0_907"/>
          <p:cNvGrpSpPr/>
          <p:nvPr/>
        </p:nvGrpSpPr>
        <p:grpSpPr>
          <a:xfrm>
            <a:off x="128875" y="-1950"/>
            <a:ext cx="8894675" cy="5146650"/>
            <a:chOff x="128875" y="-1950"/>
            <a:chExt cx="8894675" cy="5146650"/>
          </a:xfrm>
        </p:grpSpPr>
        <p:cxnSp>
          <p:nvCxnSpPr>
            <p:cNvPr id="906" name="Google Shape;906;g39c1a85cac3_0_907"/>
            <p:cNvCxnSpPr/>
            <p:nvPr/>
          </p:nvCxnSpPr>
          <p:spPr>
            <a:xfrm>
              <a:off x="77521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907" name="Google Shape;907;g39c1a85cac3_0_907"/>
            <p:cNvCxnSpPr/>
            <p:nvPr/>
          </p:nvCxnSpPr>
          <p:spPr>
            <a:xfrm>
              <a:off x="5212100" y="-8"/>
              <a:ext cx="0" cy="1287000"/>
            </a:xfrm>
            <a:prstGeom prst="straightConnector1">
              <a:avLst/>
            </a:prstGeom>
            <a:noFill/>
            <a:ln cap="flat" cmpd="sng" w="9525">
              <a:solidFill>
                <a:schemeClr val="accent3"/>
              </a:solidFill>
              <a:prstDash val="solid"/>
              <a:round/>
              <a:headEnd len="sm" w="sm" type="none"/>
              <a:tailEnd len="sm" w="sm" type="none"/>
            </a:ln>
          </p:spPr>
        </p:cxnSp>
        <p:cxnSp>
          <p:nvCxnSpPr>
            <p:cNvPr id="908" name="Google Shape;908;g39c1a85cac3_0_907"/>
            <p:cNvCxnSpPr/>
            <p:nvPr/>
          </p:nvCxnSpPr>
          <p:spPr>
            <a:xfrm>
              <a:off x="3950538" y="-1950"/>
              <a:ext cx="0" cy="2578200"/>
            </a:xfrm>
            <a:prstGeom prst="straightConnector1">
              <a:avLst/>
            </a:prstGeom>
            <a:noFill/>
            <a:ln cap="flat" cmpd="sng" w="9525">
              <a:solidFill>
                <a:schemeClr val="accent3"/>
              </a:solidFill>
              <a:prstDash val="solid"/>
              <a:round/>
              <a:headEnd len="sm" w="sm" type="none"/>
              <a:tailEnd len="sm" w="sm" type="none"/>
            </a:ln>
          </p:spPr>
        </p:cxnSp>
        <p:cxnSp>
          <p:nvCxnSpPr>
            <p:cNvPr id="909" name="Google Shape;909;g39c1a85cac3_0_907"/>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910" name="Google Shape;910;g39c1a85cac3_0_907"/>
            <p:cNvCxnSpPr/>
            <p:nvPr/>
          </p:nvCxnSpPr>
          <p:spPr>
            <a:xfrm>
              <a:off x="9023250" y="1200"/>
              <a:ext cx="0" cy="5143500"/>
            </a:xfrm>
            <a:prstGeom prst="straightConnector1">
              <a:avLst/>
            </a:prstGeom>
            <a:noFill/>
            <a:ln cap="flat" cmpd="sng" w="9525">
              <a:solidFill>
                <a:schemeClr val="accent3"/>
              </a:solidFill>
              <a:prstDash val="solid"/>
              <a:round/>
              <a:headEnd len="sm" w="sm" type="none"/>
              <a:tailEnd len="sm" w="sm" type="none"/>
            </a:ln>
          </p:spPr>
        </p:cxnSp>
        <p:cxnSp>
          <p:nvCxnSpPr>
            <p:cNvPr id="911" name="Google Shape;911;g39c1a85cac3_0_907"/>
            <p:cNvCxnSpPr/>
            <p:nvPr/>
          </p:nvCxnSpPr>
          <p:spPr>
            <a:xfrm flipH="1" rot="10800000">
              <a:off x="3953100" y="1284725"/>
              <a:ext cx="3796800" cy="6600"/>
            </a:xfrm>
            <a:prstGeom prst="straightConnector1">
              <a:avLst/>
            </a:prstGeom>
            <a:noFill/>
            <a:ln cap="flat" cmpd="sng" w="9525">
              <a:solidFill>
                <a:schemeClr val="accent3"/>
              </a:solidFill>
              <a:prstDash val="solid"/>
              <a:round/>
              <a:headEnd len="sm" w="sm" type="none"/>
              <a:tailEnd len="sm" w="sm" type="none"/>
            </a:ln>
          </p:spPr>
        </p:cxnSp>
        <p:cxnSp>
          <p:nvCxnSpPr>
            <p:cNvPr id="912" name="Google Shape;912;g39c1a85cac3_0_907"/>
            <p:cNvCxnSpPr/>
            <p:nvPr/>
          </p:nvCxnSpPr>
          <p:spPr>
            <a:xfrm>
              <a:off x="7753950" y="3875875"/>
              <a:ext cx="1269600" cy="0"/>
            </a:xfrm>
            <a:prstGeom prst="straightConnector1">
              <a:avLst/>
            </a:prstGeom>
            <a:noFill/>
            <a:ln cap="flat" cmpd="sng" w="9525">
              <a:solidFill>
                <a:schemeClr val="accent3"/>
              </a:solidFill>
              <a:prstDash val="solid"/>
              <a:round/>
              <a:headEnd len="sm" w="sm" type="none"/>
              <a:tailEnd len="sm" w="sm" type="none"/>
            </a:ln>
          </p:spPr>
        </p:cxnSp>
        <p:cxnSp>
          <p:nvCxnSpPr>
            <p:cNvPr id="913" name="Google Shape;913;g39c1a85cac3_0_907"/>
            <p:cNvCxnSpPr/>
            <p:nvPr/>
          </p:nvCxnSpPr>
          <p:spPr>
            <a:xfrm>
              <a:off x="6481000" y="-1125"/>
              <a:ext cx="0" cy="1288200"/>
            </a:xfrm>
            <a:prstGeom prst="straightConnector1">
              <a:avLst/>
            </a:prstGeom>
            <a:noFill/>
            <a:ln cap="flat" cmpd="sng" w="9525">
              <a:solidFill>
                <a:schemeClr val="accent3"/>
              </a:solidFill>
              <a:prstDash val="solid"/>
              <a:round/>
              <a:headEnd len="sm" w="sm" type="none"/>
              <a:tailEnd len="sm" w="sm" type="none"/>
            </a:ln>
          </p:spPr>
        </p:cxnSp>
        <p:cxnSp>
          <p:nvCxnSpPr>
            <p:cNvPr id="914" name="Google Shape;914;g39c1a85cac3_0_907"/>
            <p:cNvCxnSpPr/>
            <p:nvPr/>
          </p:nvCxnSpPr>
          <p:spPr>
            <a:xfrm>
              <a:off x="143975" y="2579575"/>
              <a:ext cx="8876400" cy="0"/>
            </a:xfrm>
            <a:prstGeom prst="straightConnector1">
              <a:avLst/>
            </a:prstGeom>
            <a:noFill/>
            <a:ln cap="flat" cmpd="sng" w="9525">
              <a:solidFill>
                <a:schemeClr val="accent3"/>
              </a:solidFill>
              <a:prstDash val="solid"/>
              <a:round/>
              <a:headEnd len="sm" w="sm" type="none"/>
              <a:tailEnd len="sm" w="sm" type="none"/>
            </a:ln>
          </p:spPr>
        </p:cxnSp>
      </p:grpSp>
    </p:spTree>
  </p:cSld>
  <p:clrMapOvr>
    <a:masterClrMapping/>
  </p:clrMapOvr>
  <p:extLst>
    <p:ext uri="{DCECCB84-F9BA-43D5-87BE-67443E8EF086}">
      <p15:sldGuideLst>
        <p15:guide id="1" orient="horz" pos="2304">
          <p15:clr>
            <a:srgbClr val="E46962"/>
          </p15:clr>
        </p15:guide>
      </p15:sldGuideLst>
    </p:ext>
  </p:extLst>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2">
  <p:cSld name="BLANK_1_1_1_1_1_1_1_2">
    <p:spTree>
      <p:nvGrpSpPr>
        <p:cNvPr id="915" name="Shape 915"/>
        <p:cNvGrpSpPr/>
        <p:nvPr/>
      </p:nvGrpSpPr>
      <p:grpSpPr>
        <a:xfrm>
          <a:off x="0" y="0"/>
          <a:ext cx="0" cy="0"/>
          <a:chOff x="0" y="0"/>
          <a:chExt cx="0" cy="0"/>
        </a:xfrm>
      </p:grpSpPr>
      <p:pic>
        <p:nvPicPr>
          <p:cNvPr id="916" name="Google Shape;916;g39c1a85cac3_0_922"/>
          <p:cNvPicPr preferRelativeResize="0"/>
          <p:nvPr/>
        </p:nvPicPr>
        <p:blipFill rotWithShape="1">
          <a:blip r:embed="rId2">
            <a:alphaModFix/>
          </a:blip>
          <a:srcRect b="0" l="1088" r="0" t="0"/>
          <a:stretch/>
        </p:blipFill>
        <p:spPr>
          <a:xfrm>
            <a:off x="128875" y="-6275"/>
            <a:ext cx="9044225" cy="5143500"/>
          </a:xfrm>
          <a:prstGeom prst="rect">
            <a:avLst/>
          </a:prstGeom>
          <a:noFill/>
          <a:ln>
            <a:noFill/>
          </a:ln>
        </p:spPr>
      </p:pic>
      <p:sp>
        <p:nvSpPr>
          <p:cNvPr id="917" name="Google Shape;917;g39c1a85cac3_0_922"/>
          <p:cNvSpPr txBox="1"/>
          <p:nvPr>
            <p:ph idx="1" type="subTitle"/>
          </p:nvPr>
        </p:nvSpPr>
        <p:spPr>
          <a:xfrm>
            <a:off x="128875" y="-450"/>
            <a:ext cx="2541000" cy="1291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a:solidFill>
                  <a:schemeClr val="accent6"/>
                </a:solidFill>
                <a:latin typeface="Instrument Sans"/>
                <a:ea typeface="Instrument Sans"/>
                <a:cs typeface="Instrument Sans"/>
                <a:sym typeface="Instrument Sans"/>
              </a:defRPr>
            </a:lvl1pPr>
            <a:lvl2pPr lvl="1"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2pPr>
            <a:lvl3pPr lvl="2"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3pPr>
            <a:lvl4pPr lvl="3"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4pPr>
            <a:lvl5pPr lvl="4"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5pPr>
            <a:lvl6pPr lvl="5"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6pPr>
            <a:lvl7pPr lvl="6"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7pPr>
            <a:lvl8pPr lvl="7"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8pPr>
            <a:lvl9pPr lvl="8" algn="l">
              <a:lnSpc>
                <a:spcPct val="115000"/>
              </a:lnSpc>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9pPr>
          </a:lstStyle>
          <a:p/>
        </p:txBody>
      </p:sp>
      <p:sp>
        <p:nvSpPr>
          <p:cNvPr id="918" name="Google Shape;918;g39c1a85cac3_0_922"/>
          <p:cNvSpPr txBox="1"/>
          <p:nvPr>
            <p:ph type="title"/>
          </p:nvPr>
        </p:nvSpPr>
        <p:spPr>
          <a:xfrm>
            <a:off x="128125" y="2579575"/>
            <a:ext cx="5346900" cy="2332800"/>
          </a:xfrm>
          <a:prstGeom prst="rect">
            <a:avLst/>
          </a:prstGeom>
          <a:noFill/>
          <a:ln>
            <a:noFill/>
          </a:ln>
        </p:spPr>
        <p:txBody>
          <a:bodyPr anchorCtr="0" anchor="b" bIns="0" lIns="91425" spcFirstLastPara="1" rIns="91425" wrap="square" tIns="91425">
            <a:noAutofit/>
          </a:bodyPr>
          <a:lstStyle>
            <a:lvl1pPr lvl="0" algn="l">
              <a:lnSpc>
                <a:spcPct val="90000"/>
              </a:lnSpc>
              <a:spcBef>
                <a:spcPts val="0"/>
              </a:spcBef>
              <a:spcAft>
                <a:spcPts val="0"/>
              </a:spcAft>
              <a:buSzPts val="2400"/>
              <a:buNone/>
              <a:defRPr/>
            </a:lvl1pPr>
            <a:lvl2pPr lvl="1" algn="l">
              <a:lnSpc>
                <a:spcPct val="115000"/>
              </a:lnSpc>
              <a:spcBef>
                <a:spcPts val="0"/>
              </a:spcBef>
              <a:spcAft>
                <a:spcPts val="0"/>
              </a:spcAft>
              <a:buSzPts val="2400"/>
              <a:buNone/>
              <a:defRPr>
                <a:latin typeface="Poppins SemiBold"/>
                <a:ea typeface="Poppins SemiBold"/>
                <a:cs typeface="Poppins SemiBold"/>
                <a:sym typeface="Poppins SemiBold"/>
              </a:defRPr>
            </a:lvl2pPr>
            <a:lvl3pPr lvl="2" algn="l">
              <a:lnSpc>
                <a:spcPct val="115000"/>
              </a:lnSpc>
              <a:spcBef>
                <a:spcPts val="0"/>
              </a:spcBef>
              <a:spcAft>
                <a:spcPts val="0"/>
              </a:spcAft>
              <a:buSzPts val="2400"/>
              <a:buNone/>
              <a:defRPr>
                <a:latin typeface="Poppins SemiBold"/>
                <a:ea typeface="Poppins SemiBold"/>
                <a:cs typeface="Poppins SemiBold"/>
                <a:sym typeface="Poppins SemiBold"/>
              </a:defRPr>
            </a:lvl3pPr>
            <a:lvl4pPr lvl="3" algn="l">
              <a:lnSpc>
                <a:spcPct val="115000"/>
              </a:lnSpc>
              <a:spcBef>
                <a:spcPts val="0"/>
              </a:spcBef>
              <a:spcAft>
                <a:spcPts val="0"/>
              </a:spcAft>
              <a:buSzPts val="2400"/>
              <a:buNone/>
              <a:defRPr>
                <a:latin typeface="Poppins SemiBold"/>
                <a:ea typeface="Poppins SemiBold"/>
                <a:cs typeface="Poppins SemiBold"/>
                <a:sym typeface="Poppins SemiBold"/>
              </a:defRPr>
            </a:lvl4pPr>
            <a:lvl5pPr lvl="4" algn="l">
              <a:lnSpc>
                <a:spcPct val="115000"/>
              </a:lnSpc>
              <a:spcBef>
                <a:spcPts val="0"/>
              </a:spcBef>
              <a:spcAft>
                <a:spcPts val="0"/>
              </a:spcAft>
              <a:buSzPts val="2400"/>
              <a:buNone/>
              <a:defRPr>
                <a:latin typeface="Poppins SemiBold"/>
                <a:ea typeface="Poppins SemiBold"/>
                <a:cs typeface="Poppins SemiBold"/>
                <a:sym typeface="Poppins SemiBold"/>
              </a:defRPr>
            </a:lvl5pPr>
            <a:lvl6pPr lvl="5" algn="l">
              <a:lnSpc>
                <a:spcPct val="115000"/>
              </a:lnSpc>
              <a:spcBef>
                <a:spcPts val="0"/>
              </a:spcBef>
              <a:spcAft>
                <a:spcPts val="0"/>
              </a:spcAft>
              <a:buSzPts val="2400"/>
              <a:buNone/>
              <a:defRPr>
                <a:latin typeface="Poppins SemiBold"/>
                <a:ea typeface="Poppins SemiBold"/>
                <a:cs typeface="Poppins SemiBold"/>
                <a:sym typeface="Poppins SemiBold"/>
              </a:defRPr>
            </a:lvl6pPr>
            <a:lvl7pPr lvl="6" algn="l">
              <a:lnSpc>
                <a:spcPct val="115000"/>
              </a:lnSpc>
              <a:spcBef>
                <a:spcPts val="0"/>
              </a:spcBef>
              <a:spcAft>
                <a:spcPts val="0"/>
              </a:spcAft>
              <a:buSzPts val="2400"/>
              <a:buNone/>
              <a:defRPr>
                <a:latin typeface="Poppins SemiBold"/>
                <a:ea typeface="Poppins SemiBold"/>
                <a:cs typeface="Poppins SemiBold"/>
                <a:sym typeface="Poppins SemiBold"/>
              </a:defRPr>
            </a:lvl7pPr>
            <a:lvl8pPr lvl="7" algn="l">
              <a:lnSpc>
                <a:spcPct val="115000"/>
              </a:lnSpc>
              <a:spcBef>
                <a:spcPts val="0"/>
              </a:spcBef>
              <a:spcAft>
                <a:spcPts val="0"/>
              </a:spcAft>
              <a:buSzPts val="2400"/>
              <a:buNone/>
              <a:defRPr>
                <a:latin typeface="Poppins SemiBold"/>
                <a:ea typeface="Poppins SemiBold"/>
                <a:cs typeface="Poppins SemiBold"/>
                <a:sym typeface="Poppins SemiBold"/>
              </a:defRPr>
            </a:lvl8pPr>
            <a:lvl9pPr lvl="8" algn="l">
              <a:lnSpc>
                <a:spcPct val="115000"/>
              </a:lnSpc>
              <a:spcBef>
                <a:spcPts val="0"/>
              </a:spcBef>
              <a:spcAft>
                <a:spcPts val="0"/>
              </a:spcAft>
              <a:buSzPts val="2400"/>
              <a:buNone/>
              <a:defRPr>
                <a:latin typeface="Poppins SemiBold"/>
                <a:ea typeface="Poppins SemiBold"/>
                <a:cs typeface="Poppins SemiBold"/>
                <a:sym typeface="Poppins SemiBold"/>
              </a:defRPr>
            </a:lvl9pPr>
          </a:lstStyle>
          <a:p/>
        </p:txBody>
      </p:sp>
      <p:sp>
        <p:nvSpPr>
          <p:cNvPr id="919" name="Google Shape;919;g39c1a85cac3_0_922"/>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20" name="Google Shape;920;g39c1a85cac3_0_922"/>
          <p:cNvSpPr/>
          <p:nvPr>
            <p:ph idx="2" type="pic"/>
          </p:nvPr>
        </p:nvSpPr>
        <p:spPr>
          <a:xfrm>
            <a:off x="2673625" y="-3975"/>
            <a:ext cx="1261800" cy="1291800"/>
          </a:xfrm>
          <a:prstGeom prst="rect">
            <a:avLst/>
          </a:prstGeom>
          <a:noFill/>
          <a:ln>
            <a:noFill/>
          </a:ln>
        </p:spPr>
      </p:sp>
      <p:sp>
        <p:nvSpPr>
          <p:cNvPr id="921" name="Google Shape;921;g39c1a85cac3_0_922"/>
          <p:cNvSpPr/>
          <p:nvPr>
            <p:ph idx="3" type="pic"/>
          </p:nvPr>
        </p:nvSpPr>
        <p:spPr>
          <a:xfrm>
            <a:off x="7752125" y="-2225"/>
            <a:ext cx="1264500" cy="3858300"/>
          </a:xfrm>
          <a:prstGeom prst="rect">
            <a:avLst/>
          </a:prstGeom>
          <a:noFill/>
          <a:ln>
            <a:noFill/>
          </a:ln>
        </p:spPr>
      </p:sp>
      <p:grpSp>
        <p:nvGrpSpPr>
          <p:cNvPr id="922" name="Google Shape;922;g39c1a85cac3_0_922"/>
          <p:cNvGrpSpPr/>
          <p:nvPr/>
        </p:nvGrpSpPr>
        <p:grpSpPr>
          <a:xfrm>
            <a:off x="128875" y="-3350"/>
            <a:ext cx="8890817" cy="5151000"/>
            <a:chOff x="128875" y="-3350"/>
            <a:chExt cx="8894375" cy="5151000"/>
          </a:xfrm>
        </p:grpSpPr>
        <p:cxnSp>
          <p:nvCxnSpPr>
            <p:cNvPr id="923" name="Google Shape;923;g39c1a85cac3_0_922"/>
            <p:cNvCxnSpPr/>
            <p:nvPr/>
          </p:nvCxnSpPr>
          <p:spPr>
            <a:xfrm>
              <a:off x="6481000" y="-1125"/>
              <a:ext cx="0" cy="5145900"/>
            </a:xfrm>
            <a:prstGeom prst="straightConnector1">
              <a:avLst/>
            </a:prstGeom>
            <a:noFill/>
            <a:ln cap="flat" cmpd="sng" w="9525">
              <a:solidFill>
                <a:schemeClr val="accent3"/>
              </a:solidFill>
              <a:prstDash val="solid"/>
              <a:round/>
              <a:headEnd len="sm" w="sm" type="none"/>
              <a:tailEnd len="sm" w="sm" type="none"/>
            </a:ln>
          </p:spPr>
        </p:cxnSp>
        <p:cxnSp>
          <p:nvCxnSpPr>
            <p:cNvPr id="924" name="Google Shape;924;g39c1a85cac3_0_922"/>
            <p:cNvCxnSpPr/>
            <p:nvPr/>
          </p:nvCxnSpPr>
          <p:spPr>
            <a:xfrm>
              <a:off x="7752125" y="-3350"/>
              <a:ext cx="0" cy="5151000"/>
            </a:xfrm>
            <a:prstGeom prst="straightConnector1">
              <a:avLst/>
            </a:prstGeom>
            <a:noFill/>
            <a:ln cap="flat" cmpd="sng" w="9525">
              <a:solidFill>
                <a:schemeClr val="accent3"/>
              </a:solidFill>
              <a:prstDash val="solid"/>
              <a:round/>
              <a:headEnd len="sm" w="sm" type="none"/>
              <a:tailEnd len="sm" w="sm" type="none"/>
            </a:ln>
          </p:spPr>
        </p:cxnSp>
        <p:cxnSp>
          <p:nvCxnSpPr>
            <p:cNvPr id="925" name="Google Shape;925;g39c1a85cac3_0_922"/>
            <p:cNvCxnSpPr/>
            <p:nvPr/>
          </p:nvCxnSpPr>
          <p:spPr>
            <a:xfrm>
              <a:off x="6483092" y="3861475"/>
              <a:ext cx="2537700" cy="0"/>
            </a:xfrm>
            <a:prstGeom prst="straightConnector1">
              <a:avLst/>
            </a:prstGeom>
            <a:noFill/>
            <a:ln cap="flat" cmpd="sng" w="9525">
              <a:solidFill>
                <a:schemeClr val="accent3"/>
              </a:solidFill>
              <a:prstDash val="solid"/>
              <a:round/>
              <a:headEnd len="sm" w="sm" type="none"/>
              <a:tailEnd len="sm" w="sm" type="none"/>
            </a:ln>
          </p:spPr>
        </p:cxnSp>
        <p:cxnSp>
          <p:nvCxnSpPr>
            <p:cNvPr id="926" name="Google Shape;926;g39c1a85cac3_0_922"/>
            <p:cNvCxnSpPr/>
            <p:nvPr/>
          </p:nvCxnSpPr>
          <p:spPr>
            <a:xfrm>
              <a:off x="6484267" y="2579575"/>
              <a:ext cx="1268700" cy="0"/>
            </a:xfrm>
            <a:prstGeom prst="straightConnector1">
              <a:avLst/>
            </a:prstGeom>
            <a:noFill/>
            <a:ln cap="flat" cmpd="sng" w="9525">
              <a:solidFill>
                <a:schemeClr val="accent3"/>
              </a:solidFill>
              <a:prstDash val="solid"/>
              <a:round/>
              <a:headEnd len="sm" w="sm" type="none"/>
              <a:tailEnd len="sm" w="sm" type="none"/>
            </a:ln>
          </p:spPr>
        </p:cxnSp>
        <p:cxnSp>
          <p:nvCxnSpPr>
            <p:cNvPr id="927" name="Google Shape;927;g39c1a85cac3_0_922"/>
            <p:cNvCxnSpPr/>
            <p:nvPr/>
          </p:nvCxnSpPr>
          <p:spPr>
            <a:xfrm>
              <a:off x="5212108" y="-616"/>
              <a:ext cx="0" cy="1291200"/>
            </a:xfrm>
            <a:prstGeom prst="straightConnector1">
              <a:avLst/>
            </a:prstGeom>
            <a:noFill/>
            <a:ln cap="flat" cmpd="sng" w="9525">
              <a:solidFill>
                <a:schemeClr val="accent3"/>
              </a:solidFill>
              <a:prstDash val="solid"/>
              <a:round/>
              <a:headEnd len="sm" w="sm" type="none"/>
              <a:tailEnd len="sm" w="sm" type="none"/>
            </a:ln>
          </p:spPr>
        </p:cxnSp>
        <p:cxnSp>
          <p:nvCxnSpPr>
            <p:cNvPr id="928" name="Google Shape;928;g39c1a85cac3_0_922"/>
            <p:cNvCxnSpPr/>
            <p:nvPr/>
          </p:nvCxnSpPr>
          <p:spPr>
            <a:xfrm>
              <a:off x="3940162" y="-616"/>
              <a:ext cx="0" cy="1291200"/>
            </a:xfrm>
            <a:prstGeom prst="straightConnector1">
              <a:avLst/>
            </a:prstGeom>
            <a:noFill/>
            <a:ln cap="flat" cmpd="sng" w="9525">
              <a:solidFill>
                <a:schemeClr val="accent3"/>
              </a:solidFill>
              <a:prstDash val="solid"/>
              <a:round/>
              <a:headEnd len="sm" w="sm" type="none"/>
              <a:tailEnd len="sm" w="sm" type="none"/>
            </a:ln>
          </p:spPr>
        </p:cxnSp>
        <p:cxnSp>
          <p:nvCxnSpPr>
            <p:cNvPr id="929" name="Google Shape;929;g39c1a85cac3_0_922"/>
            <p:cNvCxnSpPr/>
            <p:nvPr/>
          </p:nvCxnSpPr>
          <p:spPr>
            <a:xfrm>
              <a:off x="2669741" y="-1225"/>
              <a:ext cx="0" cy="1291800"/>
            </a:xfrm>
            <a:prstGeom prst="straightConnector1">
              <a:avLst/>
            </a:prstGeom>
            <a:noFill/>
            <a:ln cap="flat" cmpd="sng" w="9525">
              <a:solidFill>
                <a:schemeClr val="accent3"/>
              </a:solidFill>
              <a:prstDash val="solid"/>
              <a:round/>
              <a:headEnd len="sm" w="sm" type="none"/>
              <a:tailEnd len="sm" w="sm" type="none"/>
            </a:ln>
          </p:spPr>
        </p:cxnSp>
        <p:cxnSp>
          <p:nvCxnSpPr>
            <p:cNvPr id="930" name="Google Shape;930;g39c1a85cac3_0_922"/>
            <p:cNvCxnSpPr/>
            <p:nvPr/>
          </p:nvCxnSpPr>
          <p:spPr>
            <a:xfrm>
              <a:off x="128875" y="0"/>
              <a:ext cx="0" cy="5144700"/>
            </a:xfrm>
            <a:prstGeom prst="straightConnector1">
              <a:avLst/>
            </a:prstGeom>
            <a:noFill/>
            <a:ln cap="flat" cmpd="sng" w="9525">
              <a:solidFill>
                <a:schemeClr val="accent3"/>
              </a:solidFill>
              <a:prstDash val="solid"/>
              <a:round/>
              <a:headEnd len="sm" w="sm" type="none"/>
              <a:tailEnd len="sm" w="sm" type="none"/>
            </a:ln>
          </p:spPr>
        </p:cxnSp>
        <p:cxnSp>
          <p:nvCxnSpPr>
            <p:cNvPr id="931" name="Google Shape;931;g39c1a85cac3_0_922"/>
            <p:cNvCxnSpPr/>
            <p:nvPr/>
          </p:nvCxnSpPr>
          <p:spPr>
            <a:xfrm>
              <a:off x="9023250" y="1200"/>
              <a:ext cx="0" cy="5143500"/>
            </a:xfrm>
            <a:prstGeom prst="straightConnector1">
              <a:avLst/>
            </a:prstGeom>
            <a:noFill/>
            <a:ln cap="flat" cmpd="sng" w="9525">
              <a:solidFill>
                <a:schemeClr val="accent3"/>
              </a:solidFill>
              <a:prstDash val="solid"/>
              <a:round/>
              <a:headEnd len="sm" w="sm" type="none"/>
              <a:tailEnd len="sm" w="sm" type="none"/>
            </a:ln>
          </p:spPr>
        </p:cxnSp>
        <p:cxnSp>
          <p:nvCxnSpPr>
            <p:cNvPr id="932" name="Google Shape;932;g39c1a85cac3_0_922"/>
            <p:cNvCxnSpPr/>
            <p:nvPr/>
          </p:nvCxnSpPr>
          <p:spPr>
            <a:xfrm>
              <a:off x="128875" y="1291375"/>
              <a:ext cx="7626300" cy="0"/>
            </a:xfrm>
            <a:prstGeom prst="straightConnector1">
              <a:avLst/>
            </a:prstGeom>
            <a:noFill/>
            <a:ln cap="flat" cmpd="sng" w="9525">
              <a:solidFill>
                <a:schemeClr val="accent3"/>
              </a:solidFill>
              <a:prstDash val="solid"/>
              <a:round/>
              <a:headEnd len="sm" w="sm" type="none"/>
              <a:tailEnd len="sm" w="sm" type="none"/>
            </a:ln>
          </p:spPr>
        </p:cxnSp>
      </p:gr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933" name="Shape 933"/>
        <p:cNvGrpSpPr/>
        <p:nvPr/>
      </p:nvGrpSpPr>
      <p:grpSpPr>
        <a:xfrm>
          <a:off x="0" y="0"/>
          <a:ext cx="0" cy="0"/>
          <a:chOff x="0" y="0"/>
          <a:chExt cx="0" cy="0"/>
        </a:xfrm>
      </p:grpSpPr>
      <p:sp>
        <p:nvSpPr>
          <p:cNvPr id="934" name="Google Shape;934;g39c1a85cac3_0_94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spAutoFit/>
          </a:bodyPr>
          <a:lstStyle>
            <a:lvl1pPr lvl="0" algn="ctr">
              <a:lnSpc>
                <a:spcPct val="90000"/>
              </a:lnSpc>
              <a:spcBef>
                <a:spcPts val="0"/>
              </a:spcBef>
              <a:spcAft>
                <a:spcPts val="0"/>
              </a:spcAft>
              <a:buSzPts val="5200"/>
              <a:buChar char="●"/>
              <a:defRPr sz="5200"/>
            </a:lvl1pPr>
            <a:lvl2pPr lvl="1" algn="ctr">
              <a:lnSpc>
                <a:spcPct val="115000"/>
              </a:lnSpc>
              <a:spcBef>
                <a:spcPts val="0"/>
              </a:spcBef>
              <a:spcAft>
                <a:spcPts val="0"/>
              </a:spcAft>
              <a:buSzPts val="5200"/>
              <a:buChar char="○"/>
              <a:defRPr sz="5200"/>
            </a:lvl2pPr>
            <a:lvl3pPr lvl="2" algn="ctr">
              <a:lnSpc>
                <a:spcPct val="115000"/>
              </a:lnSpc>
              <a:spcBef>
                <a:spcPts val="0"/>
              </a:spcBef>
              <a:spcAft>
                <a:spcPts val="0"/>
              </a:spcAft>
              <a:buSzPts val="5200"/>
              <a:buChar char="■"/>
              <a:defRPr sz="5200"/>
            </a:lvl3pPr>
            <a:lvl4pPr lvl="3" algn="ctr">
              <a:lnSpc>
                <a:spcPct val="115000"/>
              </a:lnSpc>
              <a:spcBef>
                <a:spcPts val="0"/>
              </a:spcBef>
              <a:spcAft>
                <a:spcPts val="0"/>
              </a:spcAft>
              <a:buSzPts val="5200"/>
              <a:buChar char="●"/>
              <a:defRPr sz="5200"/>
            </a:lvl4pPr>
            <a:lvl5pPr lvl="4" algn="ctr">
              <a:lnSpc>
                <a:spcPct val="115000"/>
              </a:lnSpc>
              <a:spcBef>
                <a:spcPts val="0"/>
              </a:spcBef>
              <a:spcAft>
                <a:spcPts val="0"/>
              </a:spcAft>
              <a:buSzPts val="5200"/>
              <a:buChar char="○"/>
              <a:defRPr sz="5200"/>
            </a:lvl5pPr>
            <a:lvl6pPr lvl="5" algn="ctr">
              <a:lnSpc>
                <a:spcPct val="115000"/>
              </a:lnSpc>
              <a:spcBef>
                <a:spcPts val="0"/>
              </a:spcBef>
              <a:spcAft>
                <a:spcPts val="0"/>
              </a:spcAft>
              <a:buSzPts val="5200"/>
              <a:buChar char="■"/>
              <a:defRPr sz="5200"/>
            </a:lvl6pPr>
            <a:lvl7pPr lvl="6" algn="ctr">
              <a:lnSpc>
                <a:spcPct val="115000"/>
              </a:lnSpc>
              <a:spcBef>
                <a:spcPts val="0"/>
              </a:spcBef>
              <a:spcAft>
                <a:spcPts val="0"/>
              </a:spcAft>
              <a:buSzPts val="5200"/>
              <a:buChar char="●"/>
              <a:defRPr sz="5200"/>
            </a:lvl7pPr>
            <a:lvl8pPr lvl="7" algn="ctr">
              <a:lnSpc>
                <a:spcPct val="115000"/>
              </a:lnSpc>
              <a:spcBef>
                <a:spcPts val="0"/>
              </a:spcBef>
              <a:spcAft>
                <a:spcPts val="0"/>
              </a:spcAft>
              <a:buSzPts val="5200"/>
              <a:buChar char="○"/>
              <a:defRPr sz="5200"/>
            </a:lvl8pPr>
            <a:lvl9pPr lvl="8" algn="ctr">
              <a:lnSpc>
                <a:spcPct val="115000"/>
              </a:lnSpc>
              <a:spcBef>
                <a:spcPts val="0"/>
              </a:spcBef>
              <a:spcAft>
                <a:spcPts val="0"/>
              </a:spcAft>
              <a:buSzPts val="5200"/>
              <a:buChar char="■"/>
              <a:defRPr sz="5200"/>
            </a:lvl9pPr>
          </a:lstStyle>
          <a:p/>
        </p:txBody>
      </p:sp>
      <p:sp>
        <p:nvSpPr>
          <p:cNvPr id="935" name="Google Shape;935;g39c1a85cac3_0_94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sz="2800"/>
            </a:lvl1pPr>
            <a:lvl2pPr lvl="1" algn="ctr">
              <a:lnSpc>
                <a:spcPct val="115000"/>
              </a:lnSpc>
              <a:spcBef>
                <a:spcPts val="0"/>
              </a:spcBef>
              <a:spcAft>
                <a:spcPts val="0"/>
              </a:spcAft>
              <a:buSzPts val="2800"/>
              <a:buNone/>
              <a:defRPr sz="2800"/>
            </a:lvl2pPr>
            <a:lvl3pPr lvl="2" algn="ctr">
              <a:lnSpc>
                <a:spcPct val="115000"/>
              </a:lnSpc>
              <a:spcBef>
                <a:spcPts val="0"/>
              </a:spcBef>
              <a:spcAft>
                <a:spcPts val="0"/>
              </a:spcAft>
              <a:buSzPts val="2800"/>
              <a:buNone/>
              <a:defRPr sz="2800"/>
            </a:lvl3pPr>
            <a:lvl4pPr lvl="3" algn="ctr">
              <a:lnSpc>
                <a:spcPct val="115000"/>
              </a:lnSpc>
              <a:spcBef>
                <a:spcPts val="0"/>
              </a:spcBef>
              <a:spcAft>
                <a:spcPts val="0"/>
              </a:spcAft>
              <a:buSzPts val="2800"/>
              <a:buNone/>
              <a:defRPr sz="2800"/>
            </a:lvl4pPr>
            <a:lvl5pPr lvl="4" algn="ctr">
              <a:lnSpc>
                <a:spcPct val="115000"/>
              </a:lnSpc>
              <a:spcBef>
                <a:spcPts val="0"/>
              </a:spcBef>
              <a:spcAft>
                <a:spcPts val="0"/>
              </a:spcAft>
              <a:buSzPts val="2800"/>
              <a:buNone/>
              <a:defRPr sz="2800"/>
            </a:lvl5pPr>
            <a:lvl6pPr lvl="5" algn="ctr">
              <a:lnSpc>
                <a:spcPct val="115000"/>
              </a:lnSpc>
              <a:spcBef>
                <a:spcPts val="0"/>
              </a:spcBef>
              <a:spcAft>
                <a:spcPts val="0"/>
              </a:spcAft>
              <a:buSzPts val="2800"/>
              <a:buNone/>
              <a:defRPr sz="2800"/>
            </a:lvl6pPr>
            <a:lvl7pPr lvl="6" algn="ctr">
              <a:lnSpc>
                <a:spcPct val="115000"/>
              </a:lnSpc>
              <a:spcBef>
                <a:spcPts val="0"/>
              </a:spcBef>
              <a:spcAft>
                <a:spcPts val="0"/>
              </a:spcAft>
              <a:buSzPts val="2800"/>
              <a:buNone/>
              <a:defRPr sz="2800"/>
            </a:lvl7pPr>
            <a:lvl8pPr lvl="7" algn="ctr">
              <a:lnSpc>
                <a:spcPct val="115000"/>
              </a:lnSpc>
              <a:spcBef>
                <a:spcPts val="0"/>
              </a:spcBef>
              <a:spcAft>
                <a:spcPts val="0"/>
              </a:spcAft>
              <a:buSzPts val="2800"/>
              <a:buNone/>
              <a:defRPr sz="2800"/>
            </a:lvl8pPr>
            <a:lvl9pPr lvl="8" algn="ctr">
              <a:lnSpc>
                <a:spcPct val="115000"/>
              </a:lnSpc>
              <a:spcBef>
                <a:spcPts val="0"/>
              </a:spcBef>
              <a:spcAft>
                <a:spcPts val="0"/>
              </a:spcAft>
              <a:buSzPts val="2800"/>
              <a:buNone/>
              <a:defRPr sz="2800"/>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936" name="Shape 936"/>
        <p:cNvGrpSpPr/>
        <p:nvPr/>
      </p:nvGrpSpPr>
      <p:grpSpPr>
        <a:xfrm>
          <a:off x="0" y="0"/>
          <a:ext cx="0" cy="0"/>
          <a:chOff x="0" y="0"/>
          <a:chExt cx="0" cy="0"/>
        </a:xfrm>
      </p:grpSpPr>
      <p:sp>
        <p:nvSpPr>
          <p:cNvPr id="937" name="Google Shape;937;g39c1a85cac3_0_94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spAutoFit/>
          </a:bodyPr>
          <a:lstStyle>
            <a:lvl1pPr lvl="0" algn="ctr">
              <a:lnSpc>
                <a:spcPct val="90000"/>
              </a:lnSpc>
              <a:spcBef>
                <a:spcPts val="0"/>
              </a:spcBef>
              <a:spcAft>
                <a:spcPts val="0"/>
              </a:spcAft>
              <a:buSzPts val="3600"/>
              <a:buChar char="●"/>
              <a:defRPr sz="3600"/>
            </a:lvl1pPr>
            <a:lvl2pPr lvl="1" algn="ctr">
              <a:lnSpc>
                <a:spcPct val="115000"/>
              </a:lnSpc>
              <a:spcBef>
                <a:spcPts val="0"/>
              </a:spcBef>
              <a:spcAft>
                <a:spcPts val="0"/>
              </a:spcAft>
              <a:buSzPts val="3600"/>
              <a:buChar char="○"/>
              <a:defRPr sz="3600"/>
            </a:lvl2pPr>
            <a:lvl3pPr lvl="2" algn="ctr">
              <a:lnSpc>
                <a:spcPct val="115000"/>
              </a:lnSpc>
              <a:spcBef>
                <a:spcPts val="0"/>
              </a:spcBef>
              <a:spcAft>
                <a:spcPts val="0"/>
              </a:spcAft>
              <a:buSzPts val="3600"/>
              <a:buChar char="■"/>
              <a:defRPr sz="3600"/>
            </a:lvl3pPr>
            <a:lvl4pPr lvl="3" algn="ctr">
              <a:lnSpc>
                <a:spcPct val="115000"/>
              </a:lnSpc>
              <a:spcBef>
                <a:spcPts val="0"/>
              </a:spcBef>
              <a:spcAft>
                <a:spcPts val="0"/>
              </a:spcAft>
              <a:buSzPts val="3600"/>
              <a:buChar char="●"/>
              <a:defRPr sz="3600"/>
            </a:lvl4pPr>
            <a:lvl5pPr lvl="4" algn="ctr">
              <a:lnSpc>
                <a:spcPct val="115000"/>
              </a:lnSpc>
              <a:spcBef>
                <a:spcPts val="0"/>
              </a:spcBef>
              <a:spcAft>
                <a:spcPts val="0"/>
              </a:spcAft>
              <a:buSzPts val="3600"/>
              <a:buChar char="○"/>
              <a:defRPr sz="3600"/>
            </a:lvl5pPr>
            <a:lvl6pPr lvl="5" algn="ctr">
              <a:lnSpc>
                <a:spcPct val="115000"/>
              </a:lnSpc>
              <a:spcBef>
                <a:spcPts val="0"/>
              </a:spcBef>
              <a:spcAft>
                <a:spcPts val="0"/>
              </a:spcAft>
              <a:buSzPts val="3600"/>
              <a:buChar char="■"/>
              <a:defRPr sz="3600"/>
            </a:lvl6pPr>
            <a:lvl7pPr lvl="6" algn="ctr">
              <a:lnSpc>
                <a:spcPct val="115000"/>
              </a:lnSpc>
              <a:spcBef>
                <a:spcPts val="0"/>
              </a:spcBef>
              <a:spcAft>
                <a:spcPts val="0"/>
              </a:spcAft>
              <a:buSzPts val="3600"/>
              <a:buChar char="●"/>
              <a:defRPr sz="3600"/>
            </a:lvl7pPr>
            <a:lvl8pPr lvl="7" algn="ctr">
              <a:lnSpc>
                <a:spcPct val="115000"/>
              </a:lnSpc>
              <a:spcBef>
                <a:spcPts val="0"/>
              </a:spcBef>
              <a:spcAft>
                <a:spcPts val="0"/>
              </a:spcAft>
              <a:buSzPts val="3600"/>
              <a:buChar char="○"/>
              <a:defRPr sz="3600"/>
            </a:lvl8pPr>
            <a:lvl9pPr lvl="8" algn="ctr">
              <a:lnSpc>
                <a:spcPct val="115000"/>
              </a:lnSpc>
              <a:spcBef>
                <a:spcPts val="0"/>
              </a:spcBef>
              <a:spcAft>
                <a:spcPts val="0"/>
              </a:spcAft>
              <a:buSzPts val="3600"/>
              <a:buChar char="■"/>
              <a:defRPr sz="3600"/>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938" name="Shape 938"/>
        <p:cNvGrpSpPr/>
        <p:nvPr/>
      </p:nvGrpSpPr>
      <p:grpSpPr>
        <a:xfrm>
          <a:off x="0" y="0"/>
          <a:ext cx="0" cy="0"/>
          <a:chOff x="0" y="0"/>
          <a:chExt cx="0" cy="0"/>
        </a:xfrm>
      </p:grpSpPr>
      <p:sp>
        <p:nvSpPr>
          <p:cNvPr id="939" name="Google Shape;939;g39c1a85cac3_0_9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940" name="Google Shape;940;g39c1a85cac3_0_9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941" name="Shape 941"/>
        <p:cNvGrpSpPr/>
        <p:nvPr/>
      </p:nvGrpSpPr>
      <p:grpSpPr>
        <a:xfrm>
          <a:off x="0" y="0"/>
          <a:ext cx="0" cy="0"/>
          <a:chOff x="0" y="0"/>
          <a:chExt cx="0" cy="0"/>
        </a:xfrm>
      </p:grpSpPr>
      <p:sp>
        <p:nvSpPr>
          <p:cNvPr id="942" name="Google Shape;942;g39c1a85cac3_0_9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943" name="Google Shape;943;g39c1a85cac3_0_94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44" name="Google Shape;944;g39c1a85cac3_0_94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800"/>
              </a:spcBef>
              <a:spcAft>
                <a:spcPts val="0"/>
              </a:spcAft>
              <a:buSzPts val="1200"/>
              <a:buChar char="○"/>
              <a:defRPr sz="1200"/>
            </a:lvl2pPr>
            <a:lvl3pPr indent="-304800" lvl="2" marL="1371600" algn="l">
              <a:lnSpc>
                <a:spcPct val="115000"/>
              </a:lnSpc>
              <a:spcBef>
                <a:spcPts val="800"/>
              </a:spcBef>
              <a:spcAft>
                <a:spcPts val="0"/>
              </a:spcAft>
              <a:buSzPts val="1200"/>
              <a:buChar char="■"/>
              <a:defRPr sz="1200"/>
            </a:lvl3pPr>
            <a:lvl4pPr indent="-304800" lvl="3" marL="1828800" algn="l">
              <a:lnSpc>
                <a:spcPct val="115000"/>
              </a:lnSpc>
              <a:spcBef>
                <a:spcPts val="800"/>
              </a:spcBef>
              <a:spcAft>
                <a:spcPts val="0"/>
              </a:spcAft>
              <a:buSzPts val="1200"/>
              <a:buChar char="●"/>
              <a:defRPr sz="1200"/>
            </a:lvl4pPr>
            <a:lvl5pPr indent="-304800" lvl="4" marL="2286000" algn="l">
              <a:lnSpc>
                <a:spcPct val="115000"/>
              </a:lnSpc>
              <a:spcBef>
                <a:spcPts val="800"/>
              </a:spcBef>
              <a:spcAft>
                <a:spcPts val="0"/>
              </a:spcAft>
              <a:buSzPts val="1200"/>
              <a:buChar char="○"/>
              <a:defRPr sz="1200"/>
            </a:lvl5pPr>
            <a:lvl6pPr indent="-304800" lvl="5" marL="2743200" algn="l">
              <a:lnSpc>
                <a:spcPct val="115000"/>
              </a:lnSpc>
              <a:spcBef>
                <a:spcPts val="800"/>
              </a:spcBef>
              <a:spcAft>
                <a:spcPts val="0"/>
              </a:spcAft>
              <a:buSzPts val="1200"/>
              <a:buChar char="■"/>
              <a:defRPr sz="1200"/>
            </a:lvl6pPr>
            <a:lvl7pPr indent="-304800" lvl="6" marL="3200400" algn="l">
              <a:lnSpc>
                <a:spcPct val="115000"/>
              </a:lnSpc>
              <a:spcBef>
                <a:spcPts val="800"/>
              </a:spcBef>
              <a:spcAft>
                <a:spcPts val="0"/>
              </a:spcAft>
              <a:buSzPts val="1200"/>
              <a:buChar char="●"/>
              <a:defRPr sz="1200"/>
            </a:lvl7pPr>
            <a:lvl8pPr indent="-304800" lvl="7" marL="3657600" algn="l">
              <a:lnSpc>
                <a:spcPct val="115000"/>
              </a:lnSpc>
              <a:spcBef>
                <a:spcPts val="800"/>
              </a:spcBef>
              <a:spcAft>
                <a:spcPts val="0"/>
              </a:spcAft>
              <a:buSzPts val="1200"/>
              <a:buChar char="○"/>
              <a:defRPr sz="1200"/>
            </a:lvl8pPr>
            <a:lvl9pPr indent="-304800" lvl="8" marL="4114800" algn="l">
              <a:lnSpc>
                <a:spcPct val="115000"/>
              </a:lnSpc>
              <a:spcBef>
                <a:spcPts val="800"/>
              </a:spcBef>
              <a:spcAft>
                <a:spcPts val="800"/>
              </a:spcAft>
              <a:buSzPts val="1200"/>
              <a:buChar char="■"/>
              <a:defRPr sz="1200"/>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945" name="Shape 945"/>
        <p:cNvGrpSpPr/>
        <p:nvPr/>
      </p:nvGrpSpPr>
      <p:grpSpPr>
        <a:xfrm>
          <a:off x="0" y="0"/>
          <a:ext cx="0" cy="0"/>
          <a:chOff x="0" y="0"/>
          <a:chExt cx="0" cy="0"/>
        </a:xfrm>
      </p:grpSpPr>
      <p:sp>
        <p:nvSpPr>
          <p:cNvPr id="946" name="Google Shape;946;g39c1a85cac3_0_9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947" name="Shape 947"/>
        <p:cNvGrpSpPr/>
        <p:nvPr/>
      </p:nvGrpSpPr>
      <p:grpSpPr>
        <a:xfrm>
          <a:off x="0" y="0"/>
          <a:ext cx="0" cy="0"/>
          <a:chOff x="0" y="0"/>
          <a:chExt cx="0" cy="0"/>
        </a:xfrm>
      </p:grpSpPr>
      <p:sp>
        <p:nvSpPr>
          <p:cNvPr id="948" name="Google Shape;948;g39c1a85cac3_0_95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spAutoFit/>
          </a:bodyPr>
          <a:lstStyle>
            <a:lvl1pPr lvl="0" algn="l">
              <a:lnSpc>
                <a:spcPct val="90000"/>
              </a:lnSpc>
              <a:spcBef>
                <a:spcPts val="0"/>
              </a:spcBef>
              <a:spcAft>
                <a:spcPts val="0"/>
              </a:spcAft>
              <a:buSzPts val="2400"/>
              <a:buChar char="●"/>
              <a:defRPr/>
            </a:lvl1pPr>
            <a:lvl2pPr lvl="1" algn="l">
              <a:lnSpc>
                <a:spcPct val="115000"/>
              </a:lnSpc>
              <a:spcBef>
                <a:spcPts val="0"/>
              </a:spcBef>
              <a:spcAft>
                <a:spcPts val="0"/>
              </a:spcAft>
              <a:buSzPts val="2400"/>
              <a:buChar char="○"/>
              <a:defRPr sz="2400"/>
            </a:lvl2pPr>
            <a:lvl3pPr lvl="2" algn="l">
              <a:lnSpc>
                <a:spcPct val="115000"/>
              </a:lnSpc>
              <a:spcBef>
                <a:spcPts val="0"/>
              </a:spcBef>
              <a:spcAft>
                <a:spcPts val="0"/>
              </a:spcAft>
              <a:buSzPts val="2400"/>
              <a:buChar char="■"/>
              <a:defRPr sz="2400"/>
            </a:lvl3pPr>
            <a:lvl4pPr lvl="3" algn="l">
              <a:lnSpc>
                <a:spcPct val="115000"/>
              </a:lnSpc>
              <a:spcBef>
                <a:spcPts val="0"/>
              </a:spcBef>
              <a:spcAft>
                <a:spcPts val="0"/>
              </a:spcAft>
              <a:buSzPts val="2400"/>
              <a:buChar char="●"/>
              <a:defRPr sz="2400"/>
            </a:lvl4pPr>
            <a:lvl5pPr lvl="4" algn="l">
              <a:lnSpc>
                <a:spcPct val="115000"/>
              </a:lnSpc>
              <a:spcBef>
                <a:spcPts val="0"/>
              </a:spcBef>
              <a:spcAft>
                <a:spcPts val="0"/>
              </a:spcAft>
              <a:buSzPts val="2400"/>
              <a:buChar char="○"/>
              <a:defRPr sz="2400"/>
            </a:lvl5pPr>
            <a:lvl6pPr lvl="5" algn="l">
              <a:lnSpc>
                <a:spcPct val="115000"/>
              </a:lnSpc>
              <a:spcBef>
                <a:spcPts val="0"/>
              </a:spcBef>
              <a:spcAft>
                <a:spcPts val="0"/>
              </a:spcAft>
              <a:buSzPts val="2400"/>
              <a:buChar char="■"/>
              <a:defRPr sz="2400"/>
            </a:lvl6pPr>
            <a:lvl7pPr lvl="6" algn="l">
              <a:lnSpc>
                <a:spcPct val="115000"/>
              </a:lnSpc>
              <a:spcBef>
                <a:spcPts val="0"/>
              </a:spcBef>
              <a:spcAft>
                <a:spcPts val="0"/>
              </a:spcAft>
              <a:buSzPts val="2400"/>
              <a:buChar char="●"/>
              <a:defRPr sz="2400"/>
            </a:lvl7pPr>
            <a:lvl8pPr lvl="7" algn="l">
              <a:lnSpc>
                <a:spcPct val="115000"/>
              </a:lnSpc>
              <a:spcBef>
                <a:spcPts val="0"/>
              </a:spcBef>
              <a:spcAft>
                <a:spcPts val="0"/>
              </a:spcAft>
              <a:buSzPts val="2400"/>
              <a:buChar char="○"/>
              <a:defRPr sz="2400"/>
            </a:lvl8pPr>
            <a:lvl9pPr lvl="8" algn="l">
              <a:lnSpc>
                <a:spcPct val="115000"/>
              </a:lnSpc>
              <a:spcBef>
                <a:spcPts val="0"/>
              </a:spcBef>
              <a:spcAft>
                <a:spcPts val="0"/>
              </a:spcAft>
              <a:buSzPts val="2400"/>
              <a:buChar char="■"/>
              <a:defRPr sz="2400"/>
            </a:lvl9pPr>
          </a:lstStyle>
          <a:p/>
        </p:txBody>
      </p:sp>
      <p:sp>
        <p:nvSpPr>
          <p:cNvPr id="949" name="Google Shape;949;g39c1a85cac3_0_95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950" name="Shape 950"/>
        <p:cNvGrpSpPr/>
        <p:nvPr/>
      </p:nvGrpSpPr>
      <p:grpSpPr>
        <a:xfrm>
          <a:off x="0" y="0"/>
          <a:ext cx="0" cy="0"/>
          <a:chOff x="0" y="0"/>
          <a:chExt cx="0" cy="0"/>
        </a:xfrm>
      </p:grpSpPr>
      <p:sp>
        <p:nvSpPr>
          <p:cNvPr id="951" name="Google Shape;951;g39c1a85cac3_0_95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spAutoFit/>
          </a:bodyPr>
          <a:lstStyle>
            <a:lvl1pPr lvl="0" algn="l">
              <a:lnSpc>
                <a:spcPct val="90000"/>
              </a:lnSpc>
              <a:spcBef>
                <a:spcPts val="0"/>
              </a:spcBef>
              <a:spcAft>
                <a:spcPts val="0"/>
              </a:spcAft>
              <a:buSzPts val="4800"/>
              <a:buChar char="●"/>
              <a:defRPr sz="4800"/>
            </a:lvl1pPr>
            <a:lvl2pPr lvl="1" algn="l">
              <a:lnSpc>
                <a:spcPct val="115000"/>
              </a:lnSpc>
              <a:spcBef>
                <a:spcPts val="0"/>
              </a:spcBef>
              <a:spcAft>
                <a:spcPts val="0"/>
              </a:spcAft>
              <a:buSzPts val="4800"/>
              <a:buChar char="○"/>
              <a:defRPr sz="4800"/>
            </a:lvl2pPr>
            <a:lvl3pPr lvl="2" algn="l">
              <a:lnSpc>
                <a:spcPct val="115000"/>
              </a:lnSpc>
              <a:spcBef>
                <a:spcPts val="0"/>
              </a:spcBef>
              <a:spcAft>
                <a:spcPts val="0"/>
              </a:spcAft>
              <a:buSzPts val="4800"/>
              <a:buChar char="■"/>
              <a:defRPr sz="4800"/>
            </a:lvl3pPr>
            <a:lvl4pPr lvl="3" algn="l">
              <a:lnSpc>
                <a:spcPct val="115000"/>
              </a:lnSpc>
              <a:spcBef>
                <a:spcPts val="0"/>
              </a:spcBef>
              <a:spcAft>
                <a:spcPts val="0"/>
              </a:spcAft>
              <a:buSzPts val="4800"/>
              <a:buChar char="●"/>
              <a:defRPr sz="4800"/>
            </a:lvl4pPr>
            <a:lvl5pPr lvl="4" algn="l">
              <a:lnSpc>
                <a:spcPct val="115000"/>
              </a:lnSpc>
              <a:spcBef>
                <a:spcPts val="0"/>
              </a:spcBef>
              <a:spcAft>
                <a:spcPts val="0"/>
              </a:spcAft>
              <a:buSzPts val="4800"/>
              <a:buChar char="○"/>
              <a:defRPr sz="4800"/>
            </a:lvl5pPr>
            <a:lvl6pPr lvl="5" algn="l">
              <a:lnSpc>
                <a:spcPct val="115000"/>
              </a:lnSpc>
              <a:spcBef>
                <a:spcPts val="0"/>
              </a:spcBef>
              <a:spcAft>
                <a:spcPts val="0"/>
              </a:spcAft>
              <a:buSzPts val="4800"/>
              <a:buChar char="■"/>
              <a:defRPr sz="4800"/>
            </a:lvl6pPr>
            <a:lvl7pPr lvl="6" algn="l">
              <a:lnSpc>
                <a:spcPct val="115000"/>
              </a:lnSpc>
              <a:spcBef>
                <a:spcPts val="0"/>
              </a:spcBef>
              <a:spcAft>
                <a:spcPts val="0"/>
              </a:spcAft>
              <a:buSzPts val="4800"/>
              <a:buChar char="●"/>
              <a:defRPr sz="4800"/>
            </a:lvl7pPr>
            <a:lvl8pPr lvl="7" algn="l">
              <a:lnSpc>
                <a:spcPct val="115000"/>
              </a:lnSpc>
              <a:spcBef>
                <a:spcPts val="0"/>
              </a:spcBef>
              <a:spcAft>
                <a:spcPts val="0"/>
              </a:spcAft>
              <a:buSzPts val="4800"/>
              <a:buChar char="○"/>
              <a:defRPr sz="4800"/>
            </a:lvl8pPr>
            <a:lvl9pPr lvl="8" algn="l">
              <a:lnSpc>
                <a:spcPct val="115000"/>
              </a:lnSpc>
              <a:spcBef>
                <a:spcPts val="0"/>
              </a:spcBef>
              <a:spcAft>
                <a:spcPts val="0"/>
              </a:spcAft>
              <a:buSzPts val="4800"/>
              <a:buChar char="■"/>
              <a:defRPr sz="4800"/>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952" name="Shape 952"/>
        <p:cNvGrpSpPr/>
        <p:nvPr/>
      </p:nvGrpSpPr>
      <p:grpSpPr>
        <a:xfrm>
          <a:off x="0" y="0"/>
          <a:ext cx="0" cy="0"/>
          <a:chOff x="0" y="0"/>
          <a:chExt cx="0" cy="0"/>
        </a:xfrm>
      </p:grpSpPr>
      <p:sp>
        <p:nvSpPr>
          <p:cNvPr id="953" name="Google Shape;953;g39c1a85cac3_0_95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spAutoFit/>
          </a:bodyPr>
          <a:lstStyle>
            <a:lvl1pPr lvl="0" algn="ctr">
              <a:lnSpc>
                <a:spcPct val="90000"/>
              </a:lnSpc>
              <a:spcBef>
                <a:spcPts val="0"/>
              </a:spcBef>
              <a:spcAft>
                <a:spcPts val="0"/>
              </a:spcAft>
              <a:buSzPts val="4200"/>
              <a:buChar char="●"/>
              <a:defRPr sz="4200"/>
            </a:lvl1pPr>
            <a:lvl2pPr lvl="1" algn="ctr">
              <a:lnSpc>
                <a:spcPct val="115000"/>
              </a:lnSpc>
              <a:spcBef>
                <a:spcPts val="0"/>
              </a:spcBef>
              <a:spcAft>
                <a:spcPts val="0"/>
              </a:spcAft>
              <a:buSzPts val="4200"/>
              <a:buChar char="○"/>
              <a:defRPr sz="4200"/>
            </a:lvl2pPr>
            <a:lvl3pPr lvl="2" algn="ctr">
              <a:lnSpc>
                <a:spcPct val="115000"/>
              </a:lnSpc>
              <a:spcBef>
                <a:spcPts val="0"/>
              </a:spcBef>
              <a:spcAft>
                <a:spcPts val="0"/>
              </a:spcAft>
              <a:buSzPts val="4200"/>
              <a:buChar char="■"/>
              <a:defRPr sz="4200"/>
            </a:lvl3pPr>
            <a:lvl4pPr lvl="3" algn="ctr">
              <a:lnSpc>
                <a:spcPct val="115000"/>
              </a:lnSpc>
              <a:spcBef>
                <a:spcPts val="0"/>
              </a:spcBef>
              <a:spcAft>
                <a:spcPts val="0"/>
              </a:spcAft>
              <a:buSzPts val="4200"/>
              <a:buChar char="●"/>
              <a:defRPr sz="4200"/>
            </a:lvl4pPr>
            <a:lvl5pPr lvl="4" algn="ctr">
              <a:lnSpc>
                <a:spcPct val="115000"/>
              </a:lnSpc>
              <a:spcBef>
                <a:spcPts val="0"/>
              </a:spcBef>
              <a:spcAft>
                <a:spcPts val="0"/>
              </a:spcAft>
              <a:buSzPts val="4200"/>
              <a:buChar char="○"/>
              <a:defRPr sz="4200"/>
            </a:lvl5pPr>
            <a:lvl6pPr lvl="5" algn="ctr">
              <a:lnSpc>
                <a:spcPct val="115000"/>
              </a:lnSpc>
              <a:spcBef>
                <a:spcPts val="0"/>
              </a:spcBef>
              <a:spcAft>
                <a:spcPts val="0"/>
              </a:spcAft>
              <a:buSzPts val="4200"/>
              <a:buChar char="■"/>
              <a:defRPr sz="4200"/>
            </a:lvl6pPr>
            <a:lvl7pPr lvl="6" algn="ctr">
              <a:lnSpc>
                <a:spcPct val="115000"/>
              </a:lnSpc>
              <a:spcBef>
                <a:spcPts val="0"/>
              </a:spcBef>
              <a:spcAft>
                <a:spcPts val="0"/>
              </a:spcAft>
              <a:buSzPts val="4200"/>
              <a:buChar char="●"/>
              <a:defRPr sz="4200"/>
            </a:lvl7pPr>
            <a:lvl8pPr lvl="7" algn="ctr">
              <a:lnSpc>
                <a:spcPct val="115000"/>
              </a:lnSpc>
              <a:spcBef>
                <a:spcPts val="0"/>
              </a:spcBef>
              <a:spcAft>
                <a:spcPts val="0"/>
              </a:spcAft>
              <a:buSzPts val="4200"/>
              <a:buChar char="○"/>
              <a:defRPr sz="4200"/>
            </a:lvl8pPr>
            <a:lvl9pPr lvl="8" algn="ctr">
              <a:lnSpc>
                <a:spcPct val="115000"/>
              </a:lnSpc>
              <a:spcBef>
                <a:spcPts val="0"/>
              </a:spcBef>
              <a:spcAft>
                <a:spcPts val="0"/>
              </a:spcAft>
              <a:buSzPts val="4200"/>
              <a:buChar char="■"/>
              <a:defRPr sz="4200"/>
            </a:lvl9pPr>
          </a:lstStyle>
          <a:p/>
        </p:txBody>
      </p:sp>
      <p:sp>
        <p:nvSpPr>
          <p:cNvPr id="954" name="Google Shape;954;g39c1a85cac3_0_95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100"/>
              <a:buNone/>
              <a:defRPr sz="2100"/>
            </a:lvl1pPr>
            <a:lvl2pPr lvl="1" algn="ctr">
              <a:lnSpc>
                <a:spcPct val="115000"/>
              </a:lnSpc>
              <a:spcBef>
                <a:spcPts val="0"/>
              </a:spcBef>
              <a:spcAft>
                <a:spcPts val="0"/>
              </a:spcAft>
              <a:buSzPts val="2100"/>
              <a:buNone/>
              <a:defRPr sz="2100"/>
            </a:lvl2pPr>
            <a:lvl3pPr lvl="2" algn="ctr">
              <a:lnSpc>
                <a:spcPct val="115000"/>
              </a:lnSpc>
              <a:spcBef>
                <a:spcPts val="0"/>
              </a:spcBef>
              <a:spcAft>
                <a:spcPts val="0"/>
              </a:spcAft>
              <a:buSzPts val="2100"/>
              <a:buNone/>
              <a:defRPr sz="2100"/>
            </a:lvl3pPr>
            <a:lvl4pPr lvl="3" algn="ctr">
              <a:lnSpc>
                <a:spcPct val="115000"/>
              </a:lnSpc>
              <a:spcBef>
                <a:spcPts val="0"/>
              </a:spcBef>
              <a:spcAft>
                <a:spcPts val="0"/>
              </a:spcAft>
              <a:buSzPts val="2100"/>
              <a:buNone/>
              <a:defRPr sz="2100"/>
            </a:lvl4pPr>
            <a:lvl5pPr lvl="4" algn="ctr">
              <a:lnSpc>
                <a:spcPct val="115000"/>
              </a:lnSpc>
              <a:spcBef>
                <a:spcPts val="0"/>
              </a:spcBef>
              <a:spcAft>
                <a:spcPts val="0"/>
              </a:spcAft>
              <a:buSzPts val="2100"/>
              <a:buNone/>
              <a:defRPr sz="2100"/>
            </a:lvl5pPr>
            <a:lvl6pPr lvl="5" algn="ctr">
              <a:lnSpc>
                <a:spcPct val="115000"/>
              </a:lnSpc>
              <a:spcBef>
                <a:spcPts val="0"/>
              </a:spcBef>
              <a:spcAft>
                <a:spcPts val="0"/>
              </a:spcAft>
              <a:buSzPts val="2100"/>
              <a:buNone/>
              <a:defRPr sz="2100"/>
            </a:lvl6pPr>
            <a:lvl7pPr lvl="6" algn="ctr">
              <a:lnSpc>
                <a:spcPct val="115000"/>
              </a:lnSpc>
              <a:spcBef>
                <a:spcPts val="0"/>
              </a:spcBef>
              <a:spcAft>
                <a:spcPts val="0"/>
              </a:spcAft>
              <a:buSzPts val="2100"/>
              <a:buNone/>
              <a:defRPr sz="2100"/>
            </a:lvl7pPr>
            <a:lvl8pPr lvl="7" algn="ctr">
              <a:lnSpc>
                <a:spcPct val="115000"/>
              </a:lnSpc>
              <a:spcBef>
                <a:spcPts val="0"/>
              </a:spcBef>
              <a:spcAft>
                <a:spcPts val="0"/>
              </a:spcAft>
              <a:buSzPts val="2100"/>
              <a:buNone/>
              <a:defRPr sz="2100"/>
            </a:lvl8pPr>
            <a:lvl9pPr lvl="8" algn="ctr">
              <a:lnSpc>
                <a:spcPct val="115000"/>
              </a:lnSpc>
              <a:spcBef>
                <a:spcPts val="0"/>
              </a:spcBef>
              <a:spcAft>
                <a:spcPts val="0"/>
              </a:spcAft>
              <a:buSzPts val="2100"/>
              <a:buNone/>
              <a:defRPr sz="2100"/>
            </a:lvl9pPr>
          </a:lstStyle>
          <a:p/>
        </p:txBody>
      </p:sp>
      <p:sp>
        <p:nvSpPr>
          <p:cNvPr id="955" name="Google Shape;955;g39c1a85cac3_0_95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956" name="Shape 956"/>
        <p:cNvGrpSpPr/>
        <p:nvPr/>
      </p:nvGrpSpPr>
      <p:grpSpPr>
        <a:xfrm>
          <a:off x="0" y="0"/>
          <a:ext cx="0" cy="0"/>
          <a:chOff x="0" y="0"/>
          <a:chExt cx="0" cy="0"/>
        </a:xfrm>
      </p:grpSpPr>
      <p:sp>
        <p:nvSpPr>
          <p:cNvPr id="957" name="Google Shape;957;g39c1a85cac3_0_96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15000"/>
              </a:lnSpc>
              <a:spcBef>
                <a:spcPts val="0"/>
              </a:spcBef>
              <a:spcAft>
                <a:spcPts val="0"/>
              </a:spcAft>
              <a:buSzPts val="1000"/>
              <a:buNone/>
              <a:defRPr/>
            </a:lvl1pPr>
            <a:lvl2pPr indent="-292100" lvl="1" marL="914400" algn="l">
              <a:lnSpc>
                <a:spcPct val="115000"/>
              </a:lnSpc>
              <a:spcBef>
                <a:spcPts val="800"/>
              </a:spcBef>
              <a:spcAft>
                <a:spcPts val="0"/>
              </a:spcAft>
              <a:buSzPts val="1000"/>
              <a:buChar char="○"/>
              <a:defRPr/>
            </a:lvl2pPr>
            <a:lvl3pPr indent="-292100" lvl="2" marL="1371600" algn="l">
              <a:lnSpc>
                <a:spcPct val="115000"/>
              </a:lnSpc>
              <a:spcBef>
                <a:spcPts val="800"/>
              </a:spcBef>
              <a:spcAft>
                <a:spcPts val="0"/>
              </a:spcAft>
              <a:buSzPts val="1000"/>
              <a:buChar char="■"/>
              <a:defRPr/>
            </a:lvl3pPr>
            <a:lvl4pPr indent="-292100" lvl="3" marL="1828800" algn="l">
              <a:lnSpc>
                <a:spcPct val="115000"/>
              </a:lnSpc>
              <a:spcBef>
                <a:spcPts val="800"/>
              </a:spcBef>
              <a:spcAft>
                <a:spcPts val="0"/>
              </a:spcAft>
              <a:buSzPts val="1000"/>
              <a:buChar char="●"/>
              <a:defRPr/>
            </a:lvl4pPr>
            <a:lvl5pPr indent="-292100" lvl="4" marL="2286000" algn="l">
              <a:lnSpc>
                <a:spcPct val="115000"/>
              </a:lnSpc>
              <a:spcBef>
                <a:spcPts val="800"/>
              </a:spcBef>
              <a:spcAft>
                <a:spcPts val="0"/>
              </a:spcAft>
              <a:buSzPts val="1000"/>
              <a:buChar char="○"/>
              <a:defRPr/>
            </a:lvl5pPr>
            <a:lvl6pPr indent="-292100" lvl="5" marL="2743200" algn="l">
              <a:lnSpc>
                <a:spcPct val="115000"/>
              </a:lnSpc>
              <a:spcBef>
                <a:spcPts val="800"/>
              </a:spcBef>
              <a:spcAft>
                <a:spcPts val="0"/>
              </a:spcAft>
              <a:buSzPts val="1000"/>
              <a:buChar char="■"/>
              <a:defRPr/>
            </a:lvl6pPr>
            <a:lvl7pPr indent="-292100" lvl="6" marL="3200400" algn="l">
              <a:lnSpc>
                <a:spcPct val="115000"/>
              </a:lnSpc>
              <a:spcBef>
                <a:spcPts val="800"/>
              </a:spcBef>
              <a:spcAft>
                <a:spcPts val="0"/>
              </a:spcAft>
              <a:buSzPts val="1000"/>
              <a:buChar char="●"/>
              <a:defRPr/>
            </a:lvl7pPr>
            <a:lvl8pPr indent="-292100" lvl="7" marL="3657600" algn="l">
              <a:lnSpc>
                <a:spcPct val="115000"/>
              </a:lnSpc>
              <a:spcBef>
                <a:spcPts val="800"/>
              </a:spcBef>
              <a:spcAft>
                <a:spcPts val="0"/>
              </a:spcAft>
              <a:buSzPts val="1000"/>
              <a:buChar char="○"/>
              <a:defRPr/>
            </a:lvl8pPr>
            <a:lvl9pPr indent="-292100" lvl="8" marL="4114800" algn="l">
              <a:lnSpc>
                <a:spcPct val="115000"/>
              </a:lnSpc>
              <a:spcBef>
                <a:spcPts val="800"/>
              </a:spcBef>
              <a:spcAft>
                <a:spcPts val="800"/>
              </a:spcAft>
              <a:buSzPts val="1000"/>
              <a:buChar char="■"/>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958" name="Shape 958"/>
        <p:cNvGrpSpPr/>
        <p:nvPr/>
      </p:nvGrpSpPr>
      <p:grpSpPr>
        <a:xfrm>
          <a:off x="0" y="0"/>
          <a:ext cx="0" cy="0"/>
          <a:chOff x="0" y="0"/>
          <a:chExt cx="0" cy="0"/>
        </a:xfrm>
      </p:grpSpPr>
      <p:sp>
        <p:nvSpPr>
          <p:cNvPr id="959" name="Google Shape;959;g39c1a85cac3_0_965"/>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spAutoFit/>
          </a:bodyPr>
          <a:lstStyle>
            <a:lvl1pPr lvl="0" algn="ctr">
              <a:lnSpc>
                <a:spcPct val="90000"/>
              </a:lnSpc>
              <a:spcBef>
                <a:spcPts val="0"/>
              </a:spcBef>
              <a:spcAft>
                <a:spcPts val="0"/>
              </a:spcAft>
              <a:buSzPts val="12000"/>
              <a:buChar char="●"/>
              <a:defRPr sz="12000"/>
            </a:lvl1pPr>
            <a:lvl2pPr lvl="1" algn="ctr">
              <a:lnSpc>
                <a:spcPct val="115000"/>
              </a:lnSpc>
              <a:spcBef>
                <a:spcPts val="0"/>
              </a:spcBef>
              <a:spcAft>
                <a:spcPts val="0"/>
              </a:spcAft>
              <a:buSzPts val="12000"/>
              <a:buChar char="○"/>
              <a:defRPr sz="12000"/>
            </a:lvl2pPr>
            <a:lvl3pPr lvl="2" algn="ctr">
              <a:lnSpc>
                <a:spcPct val="115000"/>
              </a:lnSpc>
              <a:spcBef>
                <a:spcPts val="0"/>
              </a:spcBef>
              <a:spcAft>
                <a:spcPts val="0"/>
              </a:spcAft>
              <a:buSzPts val="12000"/>
              <a:buChar char="■"/>
              <a:defRPr sz="12000"/>
            </a:lvl3pPr>
            <a:lvl4pPr lvl="3" algn="ctr">
              <a:lnSpc>
                <a:spcPct val="115000"/>
              </a:lnSpc>
              <a:spcBef>
                <a:spcPts val="0"/>
              </a:spcBef>
              <a:spcAft>
                <a:spcPts val="0"/>
              </a:spcAft>
              <a:buSzPts val="12000"/>
              <a:buChar char="●"/>
              <a:defRPr sz="12000"/>
            </a:lvl4pPr>
            <a:lvl5pPr lvl="4" algn="ctr">
              <a:lnSpc>
                <a:spcPct val="115000"/>
              </a:lnSpc>
              <a:spcBef>
                <a:spcPts val="0"/>
              </a:spcBef>
              <a:spcAft>
                <a:spcPts val="0"/>
              </a:spcAft>
              <a:buSzPts val="12000"/>
              <a:buChar char="○"/>
              <a:defRPr sz="12000"/>
            </a:lvl5pPr>
            <a:lvl6pPr lvl="5" algn="ctr">
              <a:lnSpc>
                <a:spcPct val="115000"/>
              </a:lnSpc>
              <a:spcBef>
                <a:spcPts val="0"/>
              </a:spcBef>
              <a:spcAft>
                <a:spcPts val="0"/>
              </a:spcAft>
              <a:buSzPts val="12000"/>
              <a:buChar char="■"/>
              <a:defRPr sz="12000"/>
            </a:lvl6pPr>
            <a:lvl7pPr lvl="6" algn="ctr">
              <a:lnSpc>
                <a:spcPct val="115000"/>
              </a:lnSpc>
              <a:spcBef>
                <a:spcPts val="0"/>
              </a:spcBef>
              <a:spcAft>
                <a:spcPts val="0"/>
              </a:spcAft>
              <a:buSzPts val="12000"/>
              <a:buChar char="●"/>
              <a:defRPr sz="12000"/>
            </a:lvl7pPr>
            <a:lvl8pPr lvl="7" algn="ctr">
              <a:lnSpc>
                <a:spcPct val="115000"/>
              </a:lnSpc>
              <a:spcBef>
                <a:spcPts val="0"/>
              </a:spcBef>
              <a:spcAft>
                <a:spcPts val="0"/>
              </a:spcAft>
              <a:buSzPts val="12000"/>
              <a:buChar char="○"/>
              <a:defRPr sz="12000"/>
            </a:lvl8pPr>
            <a:lvl9pPr lvl="8" algn="ctr">
              <a:lnSpc>
                <a:spcPct val="115000"/>
              </a:lnSpc>
              <a:spcBef>
                <a:spcPts val="0"/>
              </a:spcBef>
              <a:spcAft>
                <a:spcPts val="0"/>
              </a:spcAft>
              <a:buSzPts val="12000"/>
              <a:buChar char="■"/>
              <a:defRPr sz="12000"/>
            </a:lvl9pPr>
          </a:lstStyle>
          <a:p/>
        </p:txBody>
      </p:sp>
      <p:sp>
        <p:nvSpPr>
          <p:cNvPr id="960" name="Google Shape;960;g39c1a85cac3_0_96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292100" lvl="0" marL="457200" algn="ctr">
              <a:lnSpc>
                <a:spcPct val="115000"/>
              </a:lnSpc>
              <a:spcBef>
                <a:spcPts val="0"/>
              </a:spcBef>
              <a:spcAft>
                <a:spcPts val="0"/>
              </a:spcAft>
              <a:buSzPts val="1000"/>
              <a:buChar char="●"/>
              <a:defRPr/>
            </a:lvl1pPr>
            <a:lvl2pPr indent="-292100" lvl="1" marL="914400" algn="ctr">
              <a:lnSpc>
                <a:spcPct val="115000"/>
              </a:lnSpc>
              <a:spcBef>
                <a:spcPts val="0"/>
              </a:spcBef>
              <a:spcAft>
                <a:spcPts val="0"/>
              </a:spcAft>
              <a:buSzPts val="1000"/>
              <a:buChar char="○"/>
              <a:defRPr/>
            </a:lvl2pPr>
            <a:lvl3pPr indent="-292100" lvl="2" marL="1371600" algn="ctr">
              <a:lnSpc>
                <a:spcPct val="115000"/>
              </a:lnSpc>
              <a:spcBef>
                <a:spcPts val="0"/>
              </a:spcBef>
              <a:spcAft>
                <a:spcPts val="0"/>
              </a:spcAft>
              <a:buSzPts val="1000"/>
              <a:buChar char="■"/>
              <a:defRPr/>
            </a:lvl3pPr>
            <a:lvl4pPr indent="-292100" lvl="3" marL="1828800" algn="ctr">
              <a:lnSpc>
                <a:spcPct val="115000"/>
              </a:lnSpc>
              <a:spcBef>
                <a:spcPts val="0"/>
              </a:spcBef>
              <a:spcAft>
                <a:spcPts val="0"/>
              </a:spcAft>
              <a:buSzPts val="1000"/>
              <a:buChar char="●"/>
              <a:defRPr/>
            </a:lvl4pPr>
            <a:lvl5pPr indent="-292100" lvl="4" marL="2286000" algn="ctr">
              <a:lnSpc>
                <a:spcPct val="115000"/>
              </a:lnSpc>
              <a:spcBef>
                <a:spcPts val="0"/>
              </a:spcBef>
              <a:spcAft>
                <a:spcPts val="0"/>
              </a:spcAft>
              <a:buSzPts val="1000"/>
              <a:buChar char="○"/>
              <a:defRPr/>
            </a:lvl5pPr>
            <a:lvl6pPr indent="-292100" lvl="5" marL="2743200" algn="ctr">
              <a:lnSpc>
                <a:spcPct val="115000"/>
              </a:lnSpc>
              <a:spcBef>
                <a:spcPts val="0"/>
              </a:spcBef>
              <a:spcAft>
                <a:spcPts val="0"/>
              </a:spcAft>
              <a:buSzPts val="1000"/>
              <a:buChar char="■"/>
              <a:defRPr/>
            </a:lvl6pPr>
            <a:lvl7pPr indent="-292100" lvl="6" marL="3200400" algn="ctr">
              <a:lnSpc>
                <a:spcPct val="115000"/>
              </a:lnSpc>
              <a:spcBef>
                <a:spcPts val="0"/>
              </a:spcBef>
              <a:spcAft>
                <a:spcPts val="0"/>
              </a:spcAft>
              <a:buSzPts val="1000"/>
              <a:buChar char="●"/>
              <a:defRPr/>
            </a:lvl7pPr>
            <a:lvl8pPr indent="-292100" lvl="7" marL="3657600" algn="ctr">
              <a:lnSpc>
                <a:spcPct val="115000"/>
              </a:lnSpc>
              <a:spcBef>
                <a:spcPts val="0"/>
              </a:spcBef>
              <a:spcAft>
                <a:spcPts val="0"/>
              </a:spcAft>
              <a:buSzPts val="1000"/>
              <a:buChar char="○"/>
              <a:defRPr/>
            </a:lvl8pPr>
            <a:lvl9pPr indent="-292100" lvl="8" marL="4114800" algn="ctr">
              <a:lnSpc>
                <a:spcPct val="115000"/>
              </a:lnSpc>
              <a:spcBef>
                <a:spcPts val="0"/>
              </a:spcBef>
              <a:spcAft>
                <a:spcPts val="0"/>
              </a:spcAft>
              <a:buSzPts val="1000"/>
              <a:buChar char="■"/>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961" name="Shape 961"/>
        <p:cNvGrpSpPr/>
        <p:nvPr/>
      </p:nvGrpSpPr>
      <p:grpSpPr>
        <a:xfrm>
          <a:off x="0" y="0"/>
          <a:ext cx="0" cy="0"/>
          <a:chOff x="0" y="0"/>
          <a:chExt cx="0" cy="0"/>
        </a:xfrm>
      </p:grpSpPr>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962" name="Shape 962"/>
        <p:cNvGrpSpPr/>
        <p:nvPr/>
      </p:nvGrpSpPr>
      <p:grpSpPr>
        <a:xfrm>
          <a:off x="0" y="0"/>
          <a:ext cx="0" cy="0"/>
          <a:chOff x="0" y="0"/>
          <a:chExt cx="0" cy="0"/>
        </a:xfrm>
      </p:grpSpPr>
      <p:sp>
        <p:nvSpPr>
          <p:cNvPr id="963" name="Google Shape;963;g39c1a85cac3_0_969"/>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spAutoFit/>
          </a:bodyPr>
          <a:lstStyle>
            <a:lvl1pPr lvl="0" algn="l">
              <a:lnSpc>
                <a:spcPct val="90000"/>
              </a:lnSpc>
              <a:spcBef>
                <a:spcPts val="0"/>
              </a:spcBef>
              <a:spcAft>
                <a:spcPts val="0"/>
              </a:spcAft>
              <a:buSzPts val="4200"/>
              <a:buNone/>
              <a:defRPr sz="42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964" name="Google Shape;964;g39c1a85cac3_0_969"/>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65" name="Google Shape;965;g39c1a85cac3_0_969"/>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66" name="Google Shape;966;g39c1a85cac3_0_969"/>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67" name="Google Shape;967;g39c1a85cac3_0_969"/>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68" name="Google Shape;968;g39c1a85cac3_0_969"/>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69" name="Google Shape;969;g39c1a85cac3_0_969"/>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970" name="Shape 970"/>
        <p:cNvGrpSpPr/>
        <p:nvPr/>
      </p:nvGrpSpPr>
      <p:grpSpPr>
        <a:xfrm>
          <a:off x="0" y="0"/>
          <a:ext cx="0" cy="0"/>
          <a:chOff x="0" y="0"/>
          <a:chExt cx="0" cy="0"/>
        </a:xfrm>
      </p:grpSpPr>
      <p:sp>
        <p:nvSpPr>
          <p:cNvPr id="971" name="Google Shape;971;g39c1a85cac3_0_97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972" name="Google Shape;972;g39c1a85cac3_0_977"/>
          <p:cNvSpPr txBox="1"/>
          <p:nvPr>
            <p:ph idx="1" type="body"/>
          </p:nvPr>
        </p:nvSpPr>
        <p:spPr>
          <a:xfrm>
            <a:off x="311700" y="1152475"/>
            <a:ext cx="4473900" cy="3416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800"/>
              </a:spcBef>
              <a:spcAft>
                <a:spcPts val="0"/>
              </a:spcAft>
              <a:buSzPts val="1000"/>
              <a:buChar char="○"/>
              <a:defRPr/>
            </a:lvl2pPr>
            <a:lvl3pPr indent="-292100" lvl="2" marL="1371600" algn="l">
              <a:lnSpc>
                <a:spcPct val="115000"/>
              </a:lnSpc>
              <a:spcBef>
                <a:spcPts val="800"/>
              </a:spcBef>
              <a:spcAft>
                <a:spcPts val="0"/>
              </a:spcAft>
              <a:buSzPts val="1000"/>
              <a:buChar char="■"/>
              <a:defRPr/>
            </a:lvl3pPr>
            <a:lvl4pPr indent="-292100" lvl="3" marL="1828800" algn="l">
              <a:lnSpc>
                <a:spcPct val="115000"/>
              </a:lnSpc>
              <a:spcBef>
                <a:spcPts val="800"/>
              </a:spcBef>
              <a:spcAft>
                <a:spcPts val="0"/>
              </a:spcAft>
              <a:buSzPts val="1000"/>
              <a:buChar char="●"/>
              <a:defRPr/>
            </a:lvl4pPr>
            <a:lvl5pPr indent="-292100" lvl="4" marL="2286000" algn="l">
              <a:lnSpc>
                <a:spcPct val="115000"/>
              </a:lnSpc>
              <a:spcBef>
                <a:spcPts val="800"/>
              </a:spcBef>
              <a:spcAft>
                <a:spcPts val="0"/>
              </a:spcAft>
              <a:buSzPts val="1000"/>
              <a:buChar char="○"/>
              <a:defRPr/>
            </a:lvl5pPr>
            <a:lvl6pPr indent="-292100" lvl="5" marL="2743200" algn="l">
              <a:lnSpc>
                <a:spcPct val="115000"/>
              </a:lnSpc>
              <a:spcBef>
                <a:spcPts val="800"/>
              </a:spcBef>
              <a:spcAft>
                <a:spcPts val="0"/>
              </a:spcAft>
              <a:buSzPts val="1000"/>
              <a:buChar char="■"/>
              <a:defRPr/>
            </a:lvl6pPr>
            <a:lvl7pPr indent="-292100" lvl="6" marL="3200400" algn="l">
              <a:lnSpc>
                <a:spcPct val="115000"/>
              </a:lnSpc>
              <a:spcBef>
                <a:spcPts val="800"/>
              </a:spcBef>
              <a:spcAft>
                <a:spcPts val="0"/>
              </a:spcAft>
              <a:buSzPts val="1000"/>
              <a:buChar char="●"/>
              <a:defRPr/>
            </a:lvl7pPr>
            <a:lvl8pPr indent="-292100" lvl="7" marL="3657600" algn="l">
              <a:lnSpc>
                <a:spcPct val="115000"/>
              </a:lnSpc>
              <a:spcBef>
                <a:spcPts val="800"/>
              </a:spcBef>
              <a:spcAft>
                <a:spcPts val="0"/>
              </a:spcAft>
              <a:buSzPts val="1000"/>
              <a:buChar char="○"/>
              <a:defRPr/>
            </a:lvl8pPr>
            <a:lvl9pPr indent="-292100" lvl="8" marL="4114800" algn="l">
              <a:lnSpc>
                <a:spcPct val="115000"/>
              </a:lnSpc>
              <a:spcBef>
                <a:spcPts val="800"/>
              </a:spcBef>
              <a:spcAft>
                <a:spcPts val="800"/>
              </a:spcAft>
              <a:buSzPts val="1000"/>
              <a:buChar char="■"/>
              <a:defRPr/>
            </a:lvl9pPr>
          </a:lstStyle>
          <a:p/>
        </p:txBody>
      </p:sp>
      <p:sp>
        <p:nvSpPr>
          <p:cNvPr id="973" name="Google Shape;973;g39c1a85cac3_0_977"/>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974" name="Shape 974"/>
        <p:cNvGrpSpPr/>
        <p:nvPr/>
      </p:nvGrpSpPr>
      <p:grpSpPr>
        <a:xfrm>
          <a:off x="0" y="0"/>
          <a:ext cx="0" cy="0"/>
          <a:chOff x="0" y="0"/>
          <a:chExt cx="0" cy="0"/>
        </a:xfrm>
      </p:grpSpPr>
      <p:sp>
        <p:nvSpPr>
          <p:cNvPr id="975" name="Google Shape;975;g39c1a85cac3_0_981"/>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spAutoFit/>
          </a:bodyPr>
          <a:lstStyle>
            <a:lvl1pPr lvl="0" algn="l">
              <a:lnSpc>
                <a:spcPct val="90000"/>
              </a:lnSpc>
              <a:spcBef>
                <a:spcPts val="0"/>
              </a:spcBef>
              <a:spcAft>
                <a:spcPts val="0"/>
              </a:spcAft>
              <a:buSzPts val="3000"/>
              <a:buChar char="●"/>
              <a:defRPr sz="3000"/>
            </a:lvl1pPr>
            <a:lvl2pPr lvl="1" algn="l">
              <a:lnSpc>
                <a:spcPct val="115000"/>
              </a:lnSpc>
              <a:spcBef>
                <a:spcPts val="0"/>
              </a:spcBef>
              <a:spcAft>
                <a:spcPts val="0"/>
              </a:spcAft>
              <a:buSzPts val="3000"/>
              <a:buChar char="○"/>
              <a:defRPr sz="3000"/>
            </a:lvl2pPr>
            <a:lvl3pPr lvl="2" algn="l">
              <a:lnSpc>
                <a:spcPct val="115000"/>
              </a:lnSpc>
              <a:spcBef>
                <a:spcPts val="0"/>
              </a:spcBef>
              <a:spcAft>
                <a:spcPts val="0"/>
              </a:spcAft>
              <a:buSzPts val="3000"/>
              <a:buChar char="■"/>
              <a:defRPr sz="3000"/>
            </a:lvl3pPr>
            <a:lvl4pPr lvl="3" algn="l">
              <a:lnSpc>
                <a:spcPct val="115000"/>
              </a:lnSpc>
              <a:spcBef>
                <a:spcPts val="0"/>
              </a:spcBef>
              <a:spcAft>
                <a:spcPts val="0"/>
              </a:spcAft>
              <a:buSzPts val="3000"/>
              <a:buChar char="●"/>
              <a:defRPr sz="3000"/>
            </a:lvl4pPr>
            <a:lvl5pPr lvl="4" algn="l">
              <a:lnSpc>
                <a:spcPct val="115000"/>
              </a:lnSpc>
              <a:spcBef>
                <a:spcPts val="0"/>
              </a:spcBef>
              <a:spcAft>
                <a:spcPts val="0"/>
              </a:spcAft>
              <a:buSzPts val="3000"/>
              <a:buChar char="○"/>
              <a:defRPr sz="3000"/>
            </a:lvl5pPr>
            <a:lvl6pPr lvl="5" algn="l">
              <a:lnSpc>
                <a:spcPct val="115000"/>
              </a:lnSpc>
              <a:spcBef>
                <a:spcPts val="0"/>
              </a:spcBef>
              <a:spcAft>
                <a:spcPts val="0"/>
              </a:spcAft>
              <a:buSzPts val="3000"/>
              <a:buChar char="■"/>
              <a:defRPr sz="3000"/>
            </a:lvl6pPr>
            <a:lvl7pPr lvl="6" algn="l">
              <a:lnSpc>
                <a:spcPct val="115000"/>
              </a:lnSpc>
              <a:spcBef>
                <a:spcPts val="0"/>
              </a:spcBef>
              <a:spcAft>
                <a:spcPts val="0"/>
              </a:spcAft>
              <a:buSzPts val="3000"/>
              <a:buChar char="●"/>
              <a:defRPr sz="3000"/>
            </a:lvl7pPr>
            <a:lvl8pPr lvl="7" algn="l">
              <a:lnSpc>
                <a:spcPct val="115000"/>
              </a:lnSpc>
              <a:spcBef>
                <a:spcPts val="0"/>
              </a:spcBef>
              <a:spcAft>
                <a:spcPts val="0"/>
              </a:spcAft>
              <a:buSzPts val="3000"/>
              <a:buChar char="○"/>
              <a:defRPr sz="3000"/>
            </a:lvl8pPr>
            <a:lvl9pPr lvl="8" algn="l">
              <a:lnSpc>
                <a:spcPct val="115000"/>
              </a:lnSpc>
              <a:spcBef>
                <a:spcPts val="0"/>
              </a:spcBef>
              <a:spcAft>
                <a:spcPts val="0"/>
              </a:spcAft>
              <a:buSzPts val="3000"/>
              <a:buChar char="■"/>
              <a:defRPr sz="3000"/>
            </a:lvl9pPr>
          </a:lstStyle>
          <a:p/>
        </p:txBody>
      </p:sp>
      <p:sp>
        <p:nvSpPr>
          <p:cNvPr id="976" name="Google Shape;976;g39c1a85cac3_0_981"/>
          <p:cNvSpPr txBox="1"/>
          <p:nvPr>
            <p:ph idx="1" type="body"/>
          </p:nvPr>
        </p:nvSpPr>
        <p:spPr>
          <a:xfrm>
            <a:off x="483150" y="2237788"/>
            <a:ext cx="3619800" cy="23736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800"/>
              </a:spcBef>
              <a:spcAft>
                <a:spcPts val="0"/>
              </a:spcAft>
              <a:buSzPts val="1000"/>
              <a:buChar char="○"/>
              <a:defRPr/>
            </a:lvl2pPr>
            <a:lvl3pPr indent="-292100" lvl="2" marL="1371600" algn="l">
              <a:lnSpc>
                <a:spcPct val="115000"/>
              </a:lnSpc>
              <a:spcBef>
                <a:spcPts val="800"/>
              </a:spcBef>
              <a:spcAft>
                <a:spcPts val="0"/>
              </a:spcAft>
              <a:buSzPts val="1000"/>
              <a:buChar char="■"/>
              <a:defRPr/>
            </a:lvl3pPr>
            <a:lvl4pPr indent="-292100" lvl="3" marL="1828800" algn="l">
              <a:lnSpc>
                <a:spcPct val="115000"/>
              </a:lnSpc>
              <a:spcBef>
                <a:spcPts val="800"/>
              </a:spcBef>
              <a:spcAft>
                <a:spcPts val="0"/>
              </a:spcAft>
              <a:buSzPts val="1000"/>
              <a:buChar char="●"/>
              <a:defRPr/>
            </a:lvl4pPr>
            <a:lvl5pPr indent="-292100" lvl="4" marL="2286000" algn="l">
              <a:lnSpc>
                <a:spcPct val="115000"/>
              </a:lnSpc>
              <a:spcBef>
                <a:spcPts val="800"/>
              </a:spcBef>
              <a:spcAft>
                <a:spcPts val="0"/>
              </a:spcAft>
              <a:buSzPts val="1000"/>
              <a:buChar char="○"/>
              <a:defRPr/>
            </a:lvl5pPr>
            <a:lvl6pPr indent="-292100" lvl="5" marL="2743200" algn="l">
              <a:lnSpc>
                <a:spcPct val="115000"/>
              </a:lnSpc>
              <a:spcBef>
                <a:spcPts val="800"/>
              </a:spcBef>
              <a:spcAft>
                <a:spcPts val="0"/>
              </a:spcAft>
              <a:buSzPts val="1000"/>
              <a:buChar char="■"/>
              <a:defRPr/>
            </a:lvl6pPr>
            <a:lvl7pPr indent="-292100" lvl="6" marL="3200400" algn="l">
              <a:lnSpc>
                <a:spcPct val="115000"/>
              </a:lnSpc>
              <a:spcBef>
                <a:spcPts val="800"/>
              </a:spcBef>
              <a:spcAft>
                <a:spcPts val="0"/>
              </a:spcAft>
              <a:buSzPts val="1000"/>
              <a:buChar char="●"/>
              <a:defRPr/>
            </a:lvl7pPr>
            <a:lvl8pPr indent="-292100" lvl="7" marL="3657600" algn="l">
              <a:lnSpc>
                <a:spcPct val="115000"/>
              </a:lnSpc>
              <a:spcBef>
                <a:spcPts val="800"/>
              </a:spcBef>
              <a:spcAft>
                <a:spcPts val="0"/>
              </a:spcAft>
              <a:buSzPts val="1000"/>
              <a:buChar char="○"/>
              <a:defRPr/>
            </a:lvl8pPr>
            <a:lvl9pPr indent="-292100" lvl="8" marL="4114800" algn="l">
              <a:lnSpc>
                <a:spcPct val="115000"/>
              </a:lnSpc>
              <a:spcBef>
                <a:spcPts val="800"/>
              </a:spcBef>
              <a:spcAft>
                <a:spcPts val="800"/>
              </a:spcAft>
              <a:buSzPts val="1000"/>
              <a:buChar char="■"/>
              <a:defRPr/>
            </a:lvl9pPr>
          </a:lstStyle>
          <a:p/>
        </p:txBody>
      </p:sp>
      <p:sp>
        <p:nvSpPr>
          <p:cNvPr id="977" name="Google Shape;977;g39c1a85cac3_0_981"/>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978" name="Google Shape;978;g39c1a85cac3_0_981"/>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79" name="Google Shape;979;g39c1a85cac3_0_981"/>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980" name="Shape 980"/>
        <p:cNvGrpSpPr/>
        <p:nvPr/>
      </p:nvGrpSpPr>
      <p:grpSpPr>
        <a:xfrm>
          <a:off x="0" y="0"/>
          <a:ext cx="0" cy="0"/>
          <a:chOff x="0" y="0"/>
          <a:chExt cx="0" cy="0"/>
        </a:xfrm>
      </p:grpSpPr>
      <p:sp>
        <p:nvSpPr>
          <p:cNvPr id="981" name="Google Shape;981;g39c1a85cac3_0_987"/>
          <p:cNvSpPr txBox="1"/>
          <p:nvPr>
            <p:ph idx="1" type="body"/>
          </p:nvPr>
        </p:nvSpPr>
        <p:spPr>
          <a:xfrm>
            <a:off x="483175" y="2417500"/>
            <a:ext cx="2455500" cy="23736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800"/>
              </a:spcBef>
              <a:spcAft>
                <a:spcPts val="0"/>
              </a:spcAft>
              <a:buSzPts val="1000"/>
              <a:buChar char="○"/>
              <a:defRPr/>
            </a:lvl2pPr>
            <a:lvl3pPr indent="-292100" lvl="2" marL="1371600" algn="l">
              <a:lnSpc>
                <a:spcPct val="115000"/>
              </a:lnSpc>
              <a:spcBef>
                <a:spcPts val="800"/>
              </a:spcBef>
              <a:spcAft>
                <a:spcPts val="0"/>
              </a:spcAft>
              <a:buSzPts val="1000"/>
              <a:buChar char="■"/>
              <a:defRPr/>
            </a:lvl3pPr>
            <a:lvl4pPr indent="-292100" lvl="3" marL="1828800" algn="l">
              <a:lnSpc>
                <a:spcPct val="115000"/>
              </a:lnSpc>
              <a:spcBef>
                <a:spcPts val="800"/>
              </a:spcBef>
              <a:spcAft>
                <a:spcPts val="0"/>
              </a:spcAft>
              <a:buSzPts val="1000"/>
              <a:buChar char="●"/>
              <a:defRPr/>
            </a:lvl4pPr>
            <a:lvl5pPr indent="-292100" lvl="4" marL="2286000" algn="l">
              <a:lnSpc>
                <a:spcPct val="115000"/>
              </a:lnSpc>
              <a:spcBef>
                <a:spcPts val="800"/>
              </a:spcBef>
              <a:spcAft>
                <a:spcPts val="0"/>
              </a:spcAft>
              <a:buSzPts val="1000"/>
              <a:buChar char="○"/>
              <a:defRPr/>
            </a:lvl5pPr>
            <a:lvl6pPr indent="-292100" lvl="5" marL="2743200" algn="l">
              <a:lnSpc>
                <a:spcPct val="115000"/>
              </a:lnSpc>
              <a:spcBef>
                <a:spcPts val="800"/>
              </a:spcBef>
              <a:spcAft>
                <a:spcPts val="0"/>
              </a:spcAft>
              <a:buSzPts val="1000"/>
              <a:buChar char="■"/>
              <a:defRPr/>
            </a:lvl6pPr>
            <a:lvl7pPr indent="-292100" lvl="6" marL="3200400" algn="l">
              <a:lnSpc>
                <a:spcPct val="115000"/>
              </a:lnSpc>
              <a:spcBef>
                <a:spcPts val="800"/>
              </a:spcBef>
              <a:spcAft>
                <a:spcPts val="0"/>
              </a:spcAft>
              <a:buSzPts val="1000"/>
              <a:buChar char="●"/>
              <a:defRPr/>
            </a:lvl7pPr>
            <a:lvl8pPr indent="-292100" lvl="7" marL="3657600" algn="l">
              <a:lnSpc>
                <a:spcPct val="115000"/>
              </a:lnSpc>
              <a:spcBef>
                <a:spcPts val="800"/>
              </a:spcBef>
              <a:spcAft>
                <a:spcPts val="0"/>
              </a:spcAft>
              <a:buSzPts val="1000"/>
              <a:buChar char="○"/>
              <a:defRPr/>
            </a:lvl8pPr>
            <a:lvl9pPr indent="-292100" lvl="8" marL="4114800" algn="l">
              <a:lnSpc>
                <a:spcPct val="115000"/>
              </a:lnSpc>
              <a:spcBef>
                <a:spcPts val="800"/>
              </a:spcBef>
              <a:spcAft>
                <a:spcPts val="800"/>
              </a:spcAft>
              <a:buSzPts val="1000"/>
              <a:buChar char="■"/>
              <a:defRPr/>
            </a:lvl9pPr>
          </a:lstStyle>
          <a:p/>
        </p:txBody>
      </p:sp>
      <p:sp>
        <p:nvSpPr>
          <p:cNvPr id="982" name="Google Shape;982;g39c1a85cac3_0_987"/>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983" name="Google Shape;983;g39c1a85cac3_0_987"/>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spAutoFit/>
          </a:bodyPr>
          <a:lstStyle>
            <a:lvl1pPr lvl="0" algn="l">
              <a:lnSpc>
                <a:spcPct val="90000"/>
              </a:lnSpc>
              <a:spcBef>
                <a:spcPts val="0"/>
              </a:spcBef>
              <a:spcAft>
                <a:spcPts val="0"/>
              </a:spcAft>
              <a:buSzPts val="3000"/>
              <a:buChar char="●"/>
              <a:defRPr sz="3000"/>
            </a:lvl1pPr>
            <a:lvl2pPr lvl="1" algn="l">
              <a:lnSpc>
                <a:spcPct val="115000"/>
              </a:lnSpc>
              <a:spcBef>
                <a:spcPts val="0"/>
              </a:spcBef>
              <a:spcAft>
                <a:spcPts val="0"/>
              </a:spcAft>
              <a:buSzPts val="3000"/>
              <a:buChar char="○"/>
              <a:defRPr sz="3000"/>
            </a:lvl2pPr>
            <a:lvl3pPr lvl="2" algn="l">
              <a:lnSpc>
                <a:spcPct val="115000"/>
              </a:lnSpc>
              <a:spcBef>
                <a:spcPts val="0"/>
              </a:spcBef>
              <a:spcAft>
                <a:spcPts val="0"/>
              </a:spcAft>
              <a:buSzPts val="3000"/>
              <a:buChar char="■"/>
              <a:defRPr sz="3000"/>
            </a:lvl3pPr>
            <a:lvl4pPr lvl="3" algn="l">
              <a:lnSpc>
                <a:spcPct val="115000"/>
              </a:lnSpc>
              <a:spcBef>
                <a:spcPts val="0"/>
              </a:spcBef>
              <a:spcAft>
                <a:spcPts val="0"/>
              </a:spcAft>
              <a:buSzPts val="3000"/>
              <a:buChar char="●"/>
              <a:defRPr sz="3000"/>
            </a:lvl4pPr>
            <a:lvl5pPr lvl="4" algn="l">
              <a:lnSpc>
                <a:spcPct val="115000"/>
              </a:lnSpc>
              <a:spcBef>
                <a:spcPts val="0"/>
              </a:spcBef>
              <a:spcAft>
                <a:spcPts val="0"/>
              </a:spcAft>
              <a:buSzPts val="3000"/>
              <a:buChar char="○"/>
              <a:defRPr sz="3000"/>
            </a:lvl5pPr>
            <a:lvl6pPr lvl="5" algn="l">
              <a:lnSpc>
                <a:spcPct val="115000"/>
              </a:lnSpc>
              <a:spcBef>
                <a:spcPts val="0"/>
              </a:spcBef>
              <a:spcAft>
                <a:spcPts val="0"/>
              </a:spcAft>
              <a:buSzPts val="3000"/>
              <a:buChar char="■"/>
              <a:defRPr sz="3000"/>
            </a:lvl6pPr>
            <a:lvl7pPr lvl="6" algn="l">
              <a:lnSpc>
                <a:spcPct val="115000"/>
              </a:lnSpc>
              <a:spcBef>
                <a:spcPts val="0"/>
              </a:spcBef>
              <a:spcAft>
                <a:spcPts val="0"/>
              </a:spcAft>
              <a:buSzPts val="3000"/>
              <a:buChar char="●"/>
              <a:defRPr sz="3000"/>
            </a:lvl7pPr>
            <a:lvl8pPr lvl="7" algn="l">
              <a:lnSpc>
                <a:spcPct val="115000"/>
              </a:lnSpc>
              <a:spcBef>
                <a:spcPts val="0"/>
              </a:spcBef>
              <a:spcAft>
                <a:spcPts val="0"/>
              </a:spcAft>
              <a:buSzPts val="3000"/>
              <a:buChar char="○"/>
              <a:defRPr sz="3000"/>
            </a:lvl8pPr>
            <a:lvl9pPr lvl="8" algn="l">
              <a:lnSpc>
                <a:spcPct val="115000"/>
              </a:lnSpc>
              <a:spcBef>
                <a:spcPts val="0"/>
              </a:spcBef>
              <a:spcAft>
                <a:spcPts val="0"/>
              </a:spcAft>
              <a:buSzPts val="3000"/>
              <a:buChar char="■"/>
              <a:defRPr sz="3000"/>
            </a:lvl9pPr>
          </a:lstStyle>
          <a:p/>
        </p:txBody>
      </p:sp>
      <p:sp>
        <p:nvSpPr>
          <p:cNvPr id="984" name="Google Shape;984;g39c1a85cac3_0_987"/>
          <p:cNvSpPr txBox="1"/>
          <p:nvPr>
            <p:ph idx="3"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85" name="Google Shape;985;g39c1a85cac3_0_987"/>
          <p:cNvSpPr txBox="1"/>
          <p:nvPr>
            <p:ph idx="4"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86" name="Google Shape;986;g39c1a85cac3_0_987"/>
          <p:cNvSpPr txBox="1"/>
          <p:nvPr>
            <p:ph idx="5"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87" name="Google Shape;987;g39c1a85cac3_0_987"/>
          <p:cNvSpPr txBox="1"/>
          <p:nvPr>
            <p:ph idx="6" type="body"/>
          </p:nvPr>
        </p:nvSpPr>
        <p:spPr>
          <a:xfrm>
            <a:off x="6212275" y="2417500"/>
            <a:ext cx="2455500" cy="23736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988" name="Shape 988"/>
        <p:cNvGrpSpPr/>
        <p:nvPr/>
      </p:nvGrpSpPr>
      <p:grpSpPr>
        <a:xfrm>
          <a:off x="0" y="0"/>
          <a:ext cx="0" cy="0"/>
          <a:chOff x="0" y="0"/>
          <a:chExt cx="0" cy="0"/>
        </a:xfrm>
      </p:grpSpPr>
      <p:sp>
        <p:nvSpPr>
          <p:cNvPr id="989" name="Google Shape;989;g39c1a85cac3_0_995"/>
          <p:cNvSpPr txBox="1"/>
          <p:nvPr>
            <p:ph idx="1" type="body"/>
          </p:nvPr>
        </p:nvSpPr>
        <p:spPr>
          <a:xfrm>
            <a:off x="366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292100" lvl="1" marL="914400" algn="l">
              <a:lnSpc>
                <a:spcPct val="115000"/>
              </a:lnSpc>
              <a:spcBef>
                <a:spcPts val="800"/>
              </a:spcBef>
              <a:spcAft>
                <a:spcPts val="0"/>
              </a:spcAft>
              <a:buSzPts val="1000"/>
              <a:buChar char="○"/>
              <a:defRPr/>
            </a:lvl2pPr>
            <a:lvl3pPr indent="-292100" lvl="2" marL="1371600" algn="l">
              <a:lnSpc>
                <a:spcPct val="115000"/>
              </a:lnSpc>
              <a:spcBef>
                <a:spcPts val="800"/>
              </a:spcBef>
              <a:spcAft>
                <a:spcPts val="0"/>
              </a:spcAft>
              <a:buSzPts val="1000"/>
              <a:buChar char="■"/>
              <a:defRPr/>
            </a:lvl3pPr>
            <a:lvl4pPr indent="-292100" lvl="3" marL="1828800" algn="l">
              <a:lnSpc>
                <a:spcPct val="115000"/>
              </a:lnSpc>
              <a:spcBef>
                <a:spcPts val="800"/>
              </a:spcBef>
              <a:spcAft>
                <a:spcPts val="0"/>
              </a:spcAft>
              <a:buSzPts val="1000"/>
              <a:buChar char="●"/>
              <a:defRPr/>
            </a:lvl4pPr>
            <a:lvl5pPr indent="-292100" lvl="4" marL="2286000" algn="l">
              <a:lnSpc>
                <a:spcPct val="115000"/>
              </a:lnSpc>
              <a:spcBef>
                <a:spcPts val="800"/>
              </a:spcBef>
              <a:spcAft>
                <a:spcPts val="0"/>
              </a:spcAft>
              <a:buSzPts val="1000"/>
              <a:buChar char="○"/>
              <a:defRPr/>
            </a:lvl5pPr>
            <a:lvl6pPr indent="-292100" lvl="5" marL="2743200" algn="l">
              <a:lnSpc>
                <a:spcPct val="115000"/>
              </a:lnSpc>
              <a:spcBef>
                <a:spcPts val="800"/>
              </a:spcBef>
              <a:spcAft>
                <a:spcPts val="0"/>
              </a:spcAft>
              <a:buSzPts val="1000"/>
              <a:buChar char="■"/>
              <a:defRPr/>
            </a:lvl6pPr>
            <a:lvl7pPr indent="-292100" lvl="6" marL="3200400" algn="l">
              <a:lnSpc>
                <a:spcPct val="115000"/>
              </a:lnSpc>
              <a:spcBef>
                <a:spcPts val="800"/>
              </a:spcBef>
              <a:spcAft>
                <a:spcPts val="0"/>
              </a:spcAft>
              <a:buSzPts val="1000"/>
              <a:buChar char="●"/>
              <a:defRPr/>
            </a:lvl7pPr>
            <a:lvl8pPr indent="-292100" lvl="7" marL="3657600" algn="l">
              <a:lnSpc>
                <a:spcPct val="115000"/>
              </a:lnSpc>
              <a:spcBef>
                <a:spcPts val="800"/>
              </a:spcBef>
              <a:spcAft>
                <a:spcPts val="0"/>
              </a:spcAft>
              <a:buSzPts val="1000"/>
              <a:buChar char="○"/>
              <a:defRPr/>
            </a:lvl8pPr>
            <a:lvl9pPr indent="-292100" lvl="8" marL="4114800" algn="l">
              <a:lnSpc>
                <a:spcPct val="115000"/>
              </a:lnSpc>
              <a:spcBef>
                <a:spcPts val="800"/>
              </a:spcBef>
              <a:spcAft>
                <a:spcPts val="800"/>
              </a:spcAft>
              <a:buSzPts val="1000"/>
              <a:buChar char="■"/>
              <a:defRPr/>
            </a:lvl9pPr>
          </a:lstStyle>
          <a:p/>
        </p:txBody>
      </p:sp>
      <p:sp>
        <p:nvSpPr>
          <p:cNvPr id="990" name="Google Shape;990;g39c1a85cac3_0_995"/>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991" name="Google Shape;991;g39c1a85cac3_0_995"/>
          <p:cNvSpPr txBox="1"/>
          <p:nvPr>
            <p:ph idx="3" type="body"/>
          </p:nvPr>
        </p:nvSpPr>
        <p:spPr>
          <a:xfrm>
            <a:off x="366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992" name="Google Shape;992;g39c1a85cac3_0_995"/>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993" name="Google Shape;993;g39c1a85cac3_0_995"/>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spAutoFit/>
          </a:bodyPr>
          <a:lstStyle>
            <a:lvl1pPr lvl="0" algn="l">
              <a:lnSpc>
                <a:spcPct val="90000"/>
              </a:lnSpc>
              <a:spcBef>
                <a:spcPts val="0"/>
              </a:spcBef>
              <a:spcAft>
                <a:spcPts val="0"/>
              </a:spcAft>
              <a:buSzPts val="3000"/>
              <a:buChar char="●"/>
              <a:defRPr sz="3000"/>
            </a:lvl1pPr>
            <a:lvl2pPr lvl="1" algn="l">
              <a:lnSpc>
                <a:spcPct val="115000"/>
              </a:lnSpc>
              <a:spcBef>
                <a:spcPts val="0"/>
              </a:spcBef>
              <a:spcAft>
                <a:spcPts val="0"/>
              </a:spcAft>
              <a:buSzPts val="3000"/>
              <a:buChar char="○"/>
              <a:defRPr sz="3000"/>
            </a:lvl2pPr>
            <a:lvl3pPr lvl="2" algn="l">
              <a:lnSpc>
                <a:spcPct val="115000"/>
              </a:lnSpc>
              <a:spcBef>
                <a:spcPts val="0"/>
              </a:spcBef>
              <a:spcAft>
                <a:spcPts val="0"/>
              </a:spcAft>
              <a:buSzPts val="3000"/>
              <a:buChar char="■"/>
              <a:defRPr sz="3000"/>
            </a:lvl3pPr>
            <a:lvl4pPr lvl="3" algn="l">
              <a:lnSpc>
                <a:spcPct val="115000"/>
              </a:lnSpc>
              <a:spcBef>
                <a:spcPts val="0"/>
              </a:spcBef>
              <a:spcAft>
                <a:spcPts val="0"/>
              </a:spcAft>
              <a:buSzPts val="3000"/>
              <a:buChar char="●"/>
              <a:defRPr sz="3000"/>
            </a:lvl4pPr>
            <a:lvl5pPr lvl="4" algn="l">
              <a:lnSpc>
                <a:spcPct val="115000"/>
              </a:lnSpc>
              <a:spcBef>
                <a:spcPts val="0"/>
              </a:spcBef>
              <a:spcAft>
                <a:spcPts val="0"/>
              </a:spcAft>
              <a:buSzPts val="3000"/>
              <a:buChar char="○"/>
              <a:defRPr sz="3000"/>
            </a:lvl5pPr>
            <a:lvl6pPr lvl="5" algn="l">
              <a:lnSpc>
                <a:spcPct val="115000"/>
              </a:lnSpc>
              <a:spcBef>
                <a:spcPts val="0"/>
              </a:spcBef>
              <a:spcAft>
                <a:spcPts val="0"/>
              </a:spcAft>
              <a:buSzPts val="3000"/>
              <a:buChar char="■"/>
              <a:defRPr sz="3000"/>
            </a:lvl6pPr>
            <a:lvl7pPr lvl="6" algn="l">
              <a:lnSpc>
                <a:spcPct val="115000"/>
              </a:lnSpc>
              <a:spcBef>
                <a:spcPts val="0"/>
              </a:spcBef>
              <a:spcAft>
                <a:spcPts val="0"/>
              </a:spcAft>
              <a:buSzPts val="3000"/>
              <a:buChar char="●"/>
              <a:defRPr sz="3000"/>
            </a:lvl7pPr>
            <a:lvl8pPr lvl="7" algn="l">
              <a:lnSpc>
                <a:spcPct val="115000"/>
              </a:lnSpc>
              <a:spcBef>
                <a:spcPts val="0"/>
              </a:spcBef>
              <a:spcAft>
                <a:spcPts val="0"/>
              </a:spcAft>
              <a:buSzPts val="3000"/>
              <a:buChar char="○"/>
              <a:defRPr sz="3000"/>
            </a:lvl8pPr>
            <a:lvl9pPr lvl="8" algn="l">
              <a:lnSpc>
                <a:spcPct val="115000"/>
              </a:lnSpc>
              <a:spcBef>
                <a:spcPts val="0"/>
              </a:spcBef>
              <a:spcAft>
                <a:spcPts val="0"/>
              </a:spcAft>
              <a:buSzPts val="3000"/>
              <a:buChar char="■"/>
              <a:defRPr sz="3000"/>
            </a:lvl9pPr>
          </a:lstStyle>
          <a:p/>
        </p:txBody>
      </p:sp>
      <p:sp>
        <p:nvSpPr>
          <p:cNvPr id="994" name="Google Shape;994;g39c1a85cac3_0_995"/>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95" name="Google Shape;995;g39c1a85cac3_0_995"/>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96" name="Google Shape;996;g39c1a85cac3_0_995"/>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97" name="Google Shape;997;g39c1a85cac3_0_995"/>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998" name="Shape 998"/>
        <p:cNvGrpSpPr/>
        <p:nvPr/>
      </p:nvGrpSpPr>
      <p:grpSpPr>
        <a:xfrm>
          <a:off x="0" y="0"/>
          <a:ext cx="0" cy="0"/>
          <a:chOff x="0" y="0"/>
          <a:chExt cx="0" cy="0"/>
        </a:xfrm>
      </p:grpSpPr>
      <p:sp>
        <p:nvSpPr>
          <p:cNvPr id="999" name="Google Shape;999;g39c1a85cac3_0_100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1000" name="Google Shape;1000;g39c1a85cac3_0_1005"/>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1001" name="Shape 1001"/>
        <p:cNvGrpSpPr/>
        <p:nvPr/>
      </p:nvGrpSpPr>
      <p:grpSpPr>
        <a:xfrm>
          <a:off x="0" y="0"/>
          <a:ext cx="0" cy="0"/>
          <a:chOff x="0" y="0"/>
          <a:chExt cx="0" cy="0"/>
        </a:xfrm>
      </p:grpSpPr>
      <p:sp>
        <p:nvSpPr>
          <p:cNvPr id="1002" name="Google Shape;1002;g39c1a85cac3_0_1008"/>
          <p:cNvSpPr txBox="1"/>
          <p:nvPr>
            <p:ph idx="1" type="body"/>
          </p:nvPr>
        </p:nvSpPr>
        <p:spPr>
          <a:xfrm>
            <a:off x="311700"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800"/>
              </a:spcBef>
              <a:spcAft>
                <a:spcPts val="0"/>
              </a:spcAft>
              <a:buSzPts val="1200"/>
              <a:buChar char="○"/>
              <a:defRPr sz="1200"/>
            </a:lvl2pPr>
            <a:lvl3pPr indent="-304800" lvl="2" marL="1371600" algn="l">
              <a:lnSpc>
                <a:spcPct val="115000"/>
              </a:lnSpc>
              <a:spcBef>
                <a:spcPts val="800"/>
              </a:spcBef>
              <a:spcAft>
                <a:spcPts val="0"/>
              </a:spcAft>
              <a:buSzPts val="1200"/>
              <a:buChar char="■"/>
              <a:defRPr sz="1200"/>
            </a:lvl3pPr>
            <a:lvl4pPr indent="-304800" lvl="3" marL="1828800" algn="l">
              <a:lnSpc>
                <a:spcPct val="115000"/>
              </a:lnSpc>
              <a:spcBef>
                <a:spcPts val="800"/>
              </a:spcBef>
              <a:spcAft>
                <a:spcPts val="0"/>
              </a:spcAft>
              <a:buSzPts val="1200"/>
              <a:buChar char="●"/>
              <a:defRPr sz="1200"/>
            </a:lvl4pPr>
            <a:lvl5pPr indent="-304800" lvl="4" marL="2286000" algn="l">
              <a:lnSpc>
                <a:spcPct val="115000"/>
              </a:lnSpc>
              <a:spcBef>
                <a:spcPts val="800"/>
              </a:spcBef>
              <a:spcAft>
                <a:spcPts val="0"/>
              </a:spcAft>
              <a:buSzPts val="1200"/>
              <a:buChar char="○"/>
              <a:defRPr sz="1200"/>
            </a:lvl5pPr>
            <a:lvl6pPr indent="-304800" lvl="5" marL="2743200" algn="l">
              <a:lnSpc>
                <a:spcPct val="115000"/>
              </a:lnSpc>
              <a:spcBef>
                <a:spcPts val="800"/>
              </a:spcBef>
              <a:spcAft>
                <a:spcPts val="0"/>
              </a:spcAft>
              <a:buSzPts val="1200"/>
              <a:buChar char="■"/>
              <a:defRPr sz="1200"/>
            </a:lvl6pPr>
            <a:lvl7pPr indent="-304800" lvl="6" marL="3200400" algn="l">
              <a:lnSpc>
                <a:spcPct val="115000"/>
              </a:lnSpc>
              <a:spcBef>
                <a:spcPts val="800"/>
              </a:spcBef>
              <a:spcAft>
                <a:spcPts val="0"/>
              </a:spcAft>
              <a:buSzPts val="1200"/>
              <a:buChar char="●"/>
              <a:defRPr sz="1200"/>
            </a:lvl7pPr>
            <a:lvl8pPr indent="-304800" lvl="7" marL="3657600" algn="l">
              <a:lnSpc>
                <a:spcPct val="115000"/>
              </a:lnSpc>
              <a:spcBef>
                <a:spcPts val="800"/>
              </a:spcBef>
              <a:spcAft>
                <a:spcPts val="0"/>
              </a:spcAft>
              <a:buSzPts val="1200"/>
              <a:buChar char="○"/>
              <a:defRPr sz="1200"/>
            </a:lvl8pPr>
            <a:lvl9pPr indent="-304800" lvl="8" marL="4114800" algn="l">
              <a:lnSpc>
                <a:spcPct val="115000"/>
              </a:lnSpc>
              <a:spcBef>
                <a:spcPts val="800"/>
              </a:spcBef>
              <a:spcAft>
                <a:spcPts val="800"/>
              </a:spcAft>
              <a:buSzPts val="1200"/>
              <a:buChar char="■"/>
              <a:defRPr sz="1200"/>
            </a:lvl9pPr>
          </a:lstStyle>
          <a:p/>
        </p:txBody>
      </p:sp>
      <p:sp>
        <p:nvSpPr>
          <p:cNvPr id="1003" name="Google Shape;1003;g39c1a85cac3_0_1008"/>
          <p:cNvSpPr/>
          <p:nvPr>
            <p:ph idx="2" type="pic"/>
          </p:nvPr>
        </p:nvSpPr>
        <p:spPr>
          <a:xfrm>
            <a:off x="4804825" y="1133300"/>
            <a:ext cx="4027500" cy="2392800"/>
          </a:xfrm>
          <a:prstGeom prst="rect">
            <a:avLst/>
          </a:prstGeom>
          <a:noFill/>
          <a:ln>
            <a:noFill/>
          </a:ln>
        </p:spPr>
      </p:sp>
      <p:sp>
        <p:nvSpPr>
          <p:cNvPr id="1004" name="Google Shape;1004;g39c1a85cac3_0_1008"/>
          <p:cNvSpPr/>
          <p:nvPr>
            <p:ph idx="3" type="pic"/>
          </p:nvPr>
        </p:nvSpPr>
        <p:spPr>
          <a:xfrm>
            <a:off x="311725" y="1133300"/>
            <a:ext cx="4027500" cy="2392800"/>
          </a:xfrm>
          <a:prstGeom prst="rect">
            <a:avLst/>
          </a:prstGeom>
          <a:noFill/>
          <a:ln>
            <a:noFill/>
          </a:ln>
        </p:spPr>
      </p:sp>
      <p:sp>
        <p:nvSpPr>
          <p:cNvPr id="1005" name="Google Shape;1005;g39c1a85cac3_0_1008"/>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06" name="Google Shape;1006;g39c1a85cac3_0_100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1007" name="Google Shape;1007;g39c1a85cac3_0_1008"/>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1008" name="Google Shape;1008;g39c1a85cac3_0_1008"/>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1009" name="Shape 1009"/>
        <p:cNvGrpSpPr/>
        <p:nvPr/>
      </p:nvGrpSpPr>
      <p:grpSpPr>
        <a:xfrm>
          <a:off x="0" y="0"/>
          <a:ext cx="0" cy="0"/>
          <a:chOff x="0" y="0"/>
          <a:chExt cx="0" cy="0"/>
        </a:xfrm>
      </p:grpSpPr>
      <p:sp>
        <p:nvSpPr>
          <p:cNvPr id="1010" name="Google Shape;1010;g39c1a85cac3_0_1016"/>
          <p:cNvSpPr txBox="1"/>
          <p:nvPr>
            <p:ph idx="1" type="body"/>
          </p:nvPr>
        </p:nvSpPr>
        <p:spPr>
          <a:xfrm>
            <a:off x="31170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800"/>
              </a:spcBef>
              <a:spcAft>
                <a:spcPts val="0"/>
              </a:spcAft>
              <a:buSzPts val="1200"/>
              <a:buChar char="○"/>
              <a:defRPr sz="1200"/>
            </a:lvl2pPr>
            <a:lvl3pPr indent="-304800" lvl="2" marL="1371600" algn="l">
              <a:lnSpc>
                <a:spcPct val="115000"/>
              </a:lnSpc>
              <a:spcBef>
                <a:spcPts val="800"/>
              </a:spcBef>
              <a:spcAft>
                <a:spcPts val="0"/>
              </a:spcAft>
              <a:buSzPts val="1200"/>
              <a:buChar char="■"/>
              <a:defRPr sz="1200"/>
            </a:lvl3pPr>
            <a:lvl4pPr indent="-304800" lvl="3" marL="1828800" algn="l">
              <a:lnSpc>
                <a:spcPct val="115000"/>
              </a:lnSpc>
              <a:spcBef>
                <a:spcPts val="800"/>
              </a:spcBef>
              <a:spcAft>
                <a:spcPts val="0"/>
              </a:spcAft>
              <a:buSzPts val="1200"/>
              <a:buChar char="●"/>
              <a:defRPr sz="1200"/>
            </a:lvl4pPr>
            <a:lvl5pPr indent="-304800" lvl="4" marL="2286000" algn="l">
              <a:lnSpc>
                <a:spcPct val="115000"/>
              </a:lnSpc>
              <a:spcBef>
                <a:spcPts val="800"/>
              </a:spcBef>
              <a:spcAft>
                <a:spcPts val="0"/>
              </a:spcAft>
              <a:buSzPts val="1200"/>
              <a:buChar char="○"/>
              <a:defRPr sz="1200"/>
            </a:lvl5pPr>
            <a:lvl6pPr indent="-304800" lvl="5" marL="2743200" algn="l">
              <a:lnSpc>
                <a:spcPct val="115000"/>
              </a:lnSpc>
              <a:spcBef>
                <a:spcPts val="800"/>
              </a:spcBef>
              <a:spcAft>
                <a:spcPts val="0"/>
              </a:spcAft>
              <a:buSzPts val="1200"/>
              <a:buChar char="■"/>
              <a:defRPr sz="1200"/>
            </a:lvl6pPr>
            <a:lvl7pPr indent="-304800" lvl="6" marL="3200400" algn="l">
              <a:lnSpc>
                <a:spcPct val="115000"/>
              </a:lnSpc>
              <a:spcBef>
                <a:spcPts val="800"/>
              </a:spcBef>
              <a:spcAft>
                <a:spcPts val="0"/>
              </a:spcAft>
              <a:buSzPts val="1200"/>
              <a:buChar char="●"/>
              <a:defRPr sz="1200"/>
            </a:lvl7pPr>
            <a:lvl8pPr indent="-304800" lvl="7" marL="3657600" algn="l">
              <a:lnSpc>
                <a:spcPct val="115000"/>
              </a:lnSpc>
              <a:spcBef>
                <a:spcPts val="800"/>
              </a:spcBef>
              <a:spcAft>
                <a:spcPts val="0"/>
              </a:spcAft>
              <a:buSzPts val="1200"/>
              <a:buChar char="○"/>
              <a:defRPr sz="1200"/>
            </a:lvl8pPr>
            <a:lvl9pPr indent="-304800" lvl="8" marL="4114800" algn="l">
              <a:lnSpc>
                <a:spcPct val="115000"/>
              </a:lnSpc>
              <a:spcBef>
                <a:spcPts val="800"/>
              </a:spcBef>
              <a:spcAft>
                <a:spcPts val="800"/>
              </a:spcAft>
              <a:buSzPts val="1200"/>
              <a:buChar char="■"/>
              <a:defRPr sz="1200"/>
            </a:lvl9pPr>
          </a:lstStyle>
          <a:p/>
        </p:txBody>
      </p:sp>
      <p:sp>
        <p:nvSpPr>
          <p:cNvPr id="1011" name="Google Shape;1011;g39c1a85cac3_0_1016"/>
          <p:cNvSpPr/>
          <p:nvPr>
            <p:ph idx="2" type="pic"/>
          </p:nvPr>
        </p:nvSpPr>
        <p:spPr>
          <a:xfrm>
            <a:off x="6205225" y="1128325"/>
            <a:ext cx="2627100" cy="2273100"/>
          </a:xfrm>
          <a:prstGeom prst="rect">
            <a:avLst/>
          </a:prstGeom>
          <a:noFill/>
          <a:ln>
            <a:noFill/>
          </a:ln>
        </p:spPr>
      </p:sp>
      <p:sp>
        <p:nvSpPr>
          <p:cNvPr id="1012" name="Google Shape;1012;g39c1a85cac3_0_1016"/>
          <p:cNvSpPr/>
          <p:nvPr>
            <p:ph idx="3" type="pic"/>
          </p:nvPr>
        </p:nvSpPr>
        <p:spPr>
          <a:xfrm>
            <a:off x="311725" y="1128325"/>
            <a:ext cx="2627100" cy="2273100"/>
          </a:xfrm>
          <a:prstGeom prst="rect">
            <a:avLst/>
          </a:prstGeom>
          <a:noFill/>
          <a:ln>
            <a:noFill/>
          </a:ln>
        </p:spPr>
      </p:sp>
      <p:sp>
        <p:nvSpPr>
          <p:cNvPr id="1013" name="Google Shape;1013;g39c1a85cac3_0_1016"/>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14" name="Google Shape;1014;g39c1a85cac3_0_1016"/>
          <p:cNvSpPr/>
          <p:nvPr>
            <p:ph idx="5" type="pic"/>
          </p:nvPr>
        </p:nvSpPr>
        <p:spPr>
          <a:xfrm>
            <a:off x="3255250" y="1128325"/>
            <a:ext cx="2627100" cy="2273100"/>
          </a:xfrm>
          <a:prstGeom prst="rect">
            <a:avLst/>
          </a:prstGeom>
          <a:noFill/>
          <a:ln>
            <a:noFill/>
          </a:ln>
        </p:spPr>
      </p:sp>
      <p:sp>
        <p:nvSpPr>
          <p:cNvPr id="1015" name="Google Shape;1015;g39c1a85cac3_0_1016"/>
          <p:cNvSpPr txBox="1"/>
          <p:nvPr>
            <p:ph idx="6" type="body"/>
          </p:nvPr>
        </p:nvSpPr>
        <p:spPr>
          <a:xfrm>
            <a:off x="325525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16" name="Google Shape;1016;g39c1a85cac3_0_10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1017" name="Google Shape;1017;g39c1a85cac3_0_1016"/>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1018" name="Google Shape;1018;g39c1a85cac3_0_1016"/>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1019" name="Google Shape;1019;g39c1a85cac3_0_1016"/>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1020" name="Shape 1020"/>
        <p:cNvGrpSpPr/>
        <p:nvPr/>
      </p:nvGrpSpPr>
      <p:grpSpPr>
        <a:xfrm>
          <a:off x="0" y="0"/>
          <a:ext cx="0" cy="0"/>
          <a:chOff x="0" y="0"/>
          <a:chExt cx="0" cy="0"/>
        </a:xfrm>
      </p:grpSpPr>
      <p:sp>
        <p:nvSpPr>
          <p:cNvPr id="1021" name="Google Shape;1021;g39c1a85cac3_0_1027"/>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1022" name="Shape 1022"/>
        <p:cNvGrpSpPr/>
        <p:nvPr/>
      </p:nvGrpSpPr>
      <p:grpSpPr>
        <a:xfrm>
          <a:off x="0" y="0"/>
          <a:ext cx="0" cy="0"/>
          <a:chOff x="0" y="0"/>
          <a:chExt cx="0" cy="0"/>
        </a:xfrm>
      </p:grpSpPr>
      <p:sp>
        <p:nvSpPr>
          <p:cNvPr id="1023" name="Google Shape;1023;g39c1a85cac3_0_1029"/>
          <p:cNvSpPr/>
          <p:nvPr>
            <p:ph idx="2" type="pic"/>
          </p:nvPr>
        </p:nvSpPr>
        <p:spPr>
          <a:xfrm>
            <a:off x="3389600" y="118913"/>
            <a:ext cx="1643700" cy="1535100"/>
          </a:xfrm>
          <a:prstGeom prst="rect">
            <a:avLst/>
          </a:prstGeom>
          <a:noFill/>
          <a:ln>
            <a:noFill/>
          </a:ln>
        </p:spPr>
      </p:sp>
      <p:sp>
        <p:nvSpPr>
          <p:cNvPr id="1024" name="Google Shape;1024;g39c1a85cac3_0_1029"/>
          <p:cNvSpPr/>
          <p:nvPr>
            <p:ph idx="3" type="pic"/>
          </p:nvPr>
        </p:nvSpPr>
        <p:spPr>
          <a:xfrm>
            <a:off x="5195935" y="118913"/>
            <a:ext cx="1643700" cy="1535100"/>
          </a:xfrm>
          <a:prstGeom prst="rect">
            <a:avLst/>
          </a:prstGeom>
          <a:noFill/>
          <a:ln>
            <a:noFill/>
          </a:ln>
        </p:spPr>
      </p:sp>
      <p:sp>
        <p:nvSpPr>
          <p:cNvPr id="1025" name="Google Shape;1025;g39c1a85cac3_0_1029"/>
          <p:cNvSpPr/>
          <p:nvPr>
            <p:ph idx="4" type="pic"/>
          </p:nvPr>
        </p:nvSpPr>
        <p:spPr>
          <a:xfrm>
            <a:off x="7002270" y="118913"/>
            <a:ext cx="1643700" cy="1535100"/>
          </a:xfrm>
          <a:prstGeom prst="rect">
            <a:avLst/>
          </a:prstGeom>
          <a:noFill/>
          <a:ln>
            <a:noFill/>
          </a:ln>
        </p:spPr>
      </p:sp>
      <p:sp>
        <p:nvSpPr>
          <p:cNvPr id="1026" name="Google Shape;1026;g39c1a85cac3_0_1029"/>
          <p:cNvSpPr/>
          <p:nvPr>
            <p:ph idx="5" type="pic"/>
          </p:nvPr>
        </p:nvSpPr>
        <p:spPr>
          <a:xfrm>
            <a:off x="3389588" y="1804212"/>
            <a:ext cx="1643700" cy="1535100"/>
          </a:xfrm>
          <a:prstGeom prst="rect">
            <a:avLst/>
          </a:prstGeom>
          <a:noFill/>
          <a:ln>
            <a:noFill/>
          </a:ln>
        </p:spPr>
      </p:sp>
      <p:sp>
        <p:nvSpPr>
          <p:cNvPr id="1027" name="Google Shape;1027;g39c1a85cac3_0_1029"/>
          <p:cNvSpPr/>
          <p:nvPr>
            <p:ph idx="6" type="pic"/>
          </p:nvPr>
        </p:nvSpPr>
        <p:spPr>
          <a:xfrm>
            <a:off x="5195922" y="1804212"/>
            <a:ext cx="1643700" cy="1535100"/>
          </a:xfrm>
          <a:prstGeom prst="rect">
            <a:avLst/>
          </a:prstGeom>
          <a:noFill/>
          <a:ln>
            <a:noFill/>
          </a:ln>
        </p:spPr>
      </p:sp>
      <p:sp>
        <p:nvSpPr>
          <p:cNvPr id="1028" name="Google Shape;1028;g39c1a85cac3_0_1029"/>
          <p:cNvSpPr/>
          <p:nvPr>
            <p:ph idx="7" type="pic"/>
          </p:nvPr>
        </p:nvSpPr>
        <p:spPr>
          <a:xfrm>
            <a:off x="7002257" y="1804212"/>
            <a:ext cx="1643700" cy="1535100"/>
          </a:xfrm>
          <a:prstGeom prst="rect">
            <a:avLst/>
          </a:prstGeom>
          <a:noFill/>
          <a:ln>
            <a:noFill/>
          </a:ln>
        </p:spPr>
      </p:sp>
      <p:sp>
        <p:nvSpPr>
          <p:cNvPr id="1029" name="Google Shape;1029;g39c1a85cac3_0_1029"/>
          <p:cNvSpPr txBox="1"/>
          <p:nvPr>
            <p:ph type="title"/>
          </p:nvPr>
        </p:nvSpPr>
        <p:spPr>
          <a:xfrm>
            <a:off x="351550" y="445025"/>
            <a:ext cx="2596800" cy="17064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1030" name="Google Shape;1030;g39c1a85cac3_0_1029"/>
          <p:cNvSpPr/>
          <p:nvPr>
            <p:ph idx="8" type="pic"/>
          </p:nvPr>
        </p:nvSpPr>
        <p:spPr>
          <a:xfrm>
            <a:off x="3389588" y="3489487"/>
            <a:ext cx="1643700" cy="1535100"/>
          </a:xfrm>
          <a:prstGeom prst="rect">
            <a:avLst/>
          </a:prstGeom>
          <a:noFill/>
          <a:ln>
            <a:noFill/>
          </a:ln>
        </p:spPr>
      </p:sp>
      <p:sp>
        <p:nvSpPr>
          <p:cNvPr id="1031" name="Google Shape;1031;g39c1a85cac3_0_1029"/>
          <p:cNvSpPr/>
          <p:nvPr>
            <p:ph idx="9" type="pic"/>
          </p:nvPr>
        </p:nvSpPr>
        <p:spPr>
          <a:xfrm>
            <a:off x="5195922" y="3489487"/>
            <a:ext cx="1643700" cy="1535100"/>
          </a:xfrm>
          <a:prstGeom prst="rect">
            <a:avLst/>
          </a:prstGeom>
          <a:noFill/>
          <a:ln>
            <a:noFill/>
          </a:ln>
        </p:spPr>
      </p:sp>
      <p:sp>
        <p:nvSpPr>
          <p:cNvPr id="1032" name="Google Shape;1032;g39c1a85cac3_0_102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89.xml"/><Relationship Id="rId42" Type="http://schemas.openxmlformats.org/officeDocument/2006/relationships/slideLayout" Target="../slideLayouts/slideLayout91.xml"/><Relationship Id="rId41" Type="http://schemas.openxmlformats.org/officeDocument/2006/relationships/slideLayout" Target="../slideLayouts/slideLayout90.xml"/><Relationship Id="rId44" Type="http://schemas.openxmlformats.org/officeDocument/2006/relationships/slideLayout" Target="../slideLayouts/slideLayout93.xml"/><Relationship Id="rId43" Type="http://schemas.openxmlformats.org/officeDocument/2006/relationships/slideLayout" Target="../slideLayouts/slideLayout92.xml"/><Relationship Id="rId46" Type="http://schemas.openxmlformats.org/officeDocument/2006/relationships/slideLayout" Target="../slideLayouts/slideLayout95.xml"/><Relationship Id="rId45" Type="http://schemas.openxmlformats.org/officeDocument/2006/relationships/slideLayout" Target="../slideLayouts/slideLayout94.xml"/><Relationship Id="rId1" Type="http://schemas.openxmlformats.org/officeDocument/2006/relationships/slideLayout" Target="../slideLayouts/slideLayout50.xml"/><Relationship Id="rId2" Type="http://schemas.openxmlformats.org/officeDocument/2006/relationships/slideLayout" Target="../slideLayouts/slideLayout51.xml"/><Relationship Id="rId3" Type="http://schemas.openxmlformats.org/officeDocument/2006/relationships/slideLayout" Target="../slideLayouts/slideLayout52.xml"/><Relationship Id="rId4" Type="http://schemas.openxmlformats.org/officeDocument/2006/relationships/slideLayout" Target="../slideLayouts/slideLayout53.xml"/><Relationship Id="rId9" Type="http://schemas.openxmlformats.org/officeDocument/2006/relationships/slideLayout" Target="../slideLayouts/slideLayout58.xml"/><Relationship Id="rId48" Type="http://schemas.openxmlformats.org/officeDocument/2006/relationships/slideLayout" Target="../slideLayouts/slideLayout97.xml"/><Relationship Id="rId47" Type="http://schemas.openxmlformats.org/officeDocument/2006/relationships/slideLayout" Target="../slideLayouts/slideLayout96.xml"/><Relationship Id="rId49" Type="http://schemas.openxmlformats.org/officeDocument/2006/relationships/slideLayout" Target="../slideLayouts/slideLayout98.xml"/><Relationship Id="rId5" Type="http://schemas.openxmlformats.org/officeDocument/2006/relationships/slideLayout" Target="../slideLayouts/slideLayout54.xml"/><Relationship Id="rId6" Type="http://schemas.openxmlformats.org/officeDocument/2006/relationships/slideLayout" Target="../slideLayouts/slideLayout55.xml"/><Relationship Id="rId7" Type="http://schemas.openxmlformats.org/officeDocument/2006/relationships/slideLayout" Target="../slideLayouts/slideLayout56.xml"/><Relationship Id="rId8" Type="http://schemas.openxmlformats.org/officeDocument/2006/relationships/slideLayout" Target="../slideLayouts/slideLayout57.xml"/><Relationship Id="rId31" Type="http://schemas.openxmlformats.org/officeDocument/2006/relationships/slideLayout" Target="../slideLayouts/slideLayout80.xml"/><Relationship Id="rId30" Type="http://schemas.openxmlformats.org/officeDocument/2006/relationships/slideLayout" Target="../slideLayouts/slideLayout79.xml"/><Relationship Id="rId33" Type="http://schemas.openxmlformats.org/officeDocument/2006/relationships/slideLayout" Target="../slideLayouts/slideLayout82.xml"/><Relationship Id="rId32" Type="http://schemas.openxmlformats.org/officeDocument/2006/relationships/slideLayout" Target="../slideLayouts/slideLayout81.xml"/><Relationship Id="rId35" Type="http://schemas.openxmlformats.org/officeDocument/2006/relationships/slideLayout" Target="../slideLayouts/slideLayout84.xml"/><Relationship Id="rId34" Type="http://schemas.openxmlformats.org/officeDocument/2006/relationships/slideLayout" Target="../slideLayouts/slideLayout83.xml"/><Relationship Id="rId37" Type="http://schemas.openxmlformats.org/officeDocument/2006/relationships/slideLayout" Target="../slideLayouts/slideLayout86.xml"/><Relationship Id="rId36" Type="http://schemas.openxmlformats.org/officeDocument/2006/relationships/slideLayout" Target="../slideLayouts/slideLayout85.xml"/><Relationship Id="rId39" Type="http://schemas.openxmlformats.org/officeDocument/2006/relationships/slideLayout" Target="../slideLayouts/slideLayout88.xml"/><Relationship Id="rId38" Type="http://schemas.openxmlformats.org/officeDocument/2006/relationships/slideLayout" Target="../slideLayouts/slideLayout87.xml"/><Relationship Id="rId20" Type="http://schemas.openxmlformats.org/officeDocument/2006/relationships/slideLayout" Target="../slideLayouts/slideLayout69.xml"/><Relationship Id="rId22" Type="http://schemas.openxmlformats.org/officeDocument/2006/relationships/slideLayout" Target="../slideLayouts/slideLayout71.xml"/><Relationship Id="rId21" Type="http://schemas.openxmlformats.org/officeDocument/2006/relationships/slideLayout" Target="../slideLayouts/slideLayout70.xml"/><Relationship Id="rId24" Type="http://schemas.openxmlformats.org/officeDocument/2006/relationships/slideLayout" Target="../slideLayouts/slideLayout73.xml"/><Relationship Id="rId23" Type="http://schemas.openxmlformats.org/officeDocument/2006/relationships/slideLayout" Target="../slideLayouts/slideLayout72.xml"/><Relationship Id="rId26" Type="http://schemas.openxmlformats.org/officeDocument/2006/relationships/slideLayout" Target="../slideLayouts/slideLayout75.xml"/><Relationship Id="rId25" Type="http://schemas.openxmlformats.org/officeDocument/2006/relationships/slideLayout" Target="../slideLayouts/slideLayout74.xml"/><Relationship Id="rId28" Type="http://schemas.openxmlformats.org/officeDocument/2006/relationships/slideLayout" Target="../slideLayouts/slideLayout77.xml"/><Relationship Id="rId27" Type="http://schemas.openxmlformats.org/officeDocument/2006/relationships/slideLayout" Target="../slideLayouts/slideLayout76.xml"/><Relationship Id="rId29" Type="http://schemas.openxmlformats.org/officeDocument/2006/relationships/slideLayout" Target="../slideLayouts/slideLayout78.xml"/><Relationship Id="rId50" Type="http://schemas.openxmlformats.org/officeDocument/2006/relationships/theme" Target="../theme/theme1.xml"/><Relationship Id="rId11" Type="http://schemas.openxmlformats.org/officeDocument/2006/relationships/slideLayout" Target="../slideLayouts/slideLayout60.xml"/><Relationship Id="rId10" Type="http://schemas.openxmlformats.org/officeDocument/2006/relationships/slideLayout" Target="../slideLayouts/slideLayout59.xml"/><Relationship Id="rId13" Type="http://schemas.openxmlformats.org/officeDocument/2006/relationships/slideLayout" Target="../slideLayouts/slideLayout62.xml"/><Relationship Id="rId12" Type="http://schemas.openxmlformats.org/officeDocument/2006/relationships/slideLayout" Target="../slideLayouts/slideLayout61.xml"/><Relationship Id="rId15" Type="http://schemas.openxmlformats.org/officeDocument/2006/relationships/slideLayout" Target="../slideLayouts/slideLayout64.xml"/><Relationship Id="rId14" Type="http://schemas.openxmlformats.org/officeDocument/2006/relationships/slideLayout" Target="../slideLayouts/slideLayout63.xml"/><Relationship Id="rId17" Type="http://schemas.openxmlformats.org/officeDocument/2006/relationships/slideLayout" Target="../slideLayouts/slideLayout66.xml"/><Relationship Id="rId16" Type="http://schemas.openxmlformats.org/officeDocument/2006/relationships/slideLayout" Target="../slideLayouts/slideLayout65.xml"/><Relationship Id="rId19" Type="http://schemas.openxmlformats.org/officeDocument/2006/relationships/slideLayout" Target="../slideLayouts/slideLayout68.xml"/><Relationship Id="rId18"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0"/>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 name="Google Shape;7;p10"/>
          <p:cNvSpPr txBox="1"/>
          <p:nvPr>
            <p:ph idx="1" type="body"/>
          </p:nvPr>
        </p:nvSpPr>
        <p:spPr>
          <a:xfrm>
            <a:off x="128875" y="1291375"/>
            <a:ext cx="3811200" cy="2882100"/>
          </a:xfrm>
          <a:prstGeom prst="rect">
            <a:avLst/>
          </a:prstGeom>
          <a:noFill/>
          <a:ln>
            <a:noFill/>
          </a:ln>
        </p:spPr>
        <p:txBody>
          <a:bodyPr anchorCtr="0" anchor="t" bIns="91425" lIns="91425" spcFirstLastPara="1" rIns="91425" wrap="square" tIns="91425">
            <a:noAutofit/>
          </a:bodyPr>
          <a:lstStyle>
            <a:lvl1pPr indent="-292100" lvl="0" marL="457200" marR="0" rtl="0" algn="l">
              <a:lnSpc>
                <a:spcPct val="115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1pPr>
            <a:lvl2pPr indent="-292100" lvl="1" marL="914400" marR="0" rtl="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2pPr>
            <a:lvl3pPr indent="-292100" lvl="2" marL="1371600" marR="0" rtl="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3pPr>
            <a:lvl4pPr indent="-292100" lvl="3" marL="1828800" marR="0" rtl="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4pPr>
            <a:lvl5pPr indent="-292100" lvl="4" marL="2286000" marR="0" rtl="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5pPr>
            <a:lvl6pPr indent="-292100" lvl="5" marL="2743200" marR="0" rtl="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6pPr>
            <a:lvl7pPr indent="-292100" lvl="6" marL="3200400" marR="0" rtl="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7pPr>
            <a:lvl8pPr indent="-292100" lvl="7" marL="3657600" marR="0" rtl="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8pPr>
            <a:lvl9pPr indent="-292100" lvl="8" marL="4114800" marR="0" rtl="0" algn="l">
              <a:lnSpc>
                <a:spcPct val="115000"/>
              </a:lnSpc>
              <a:spcBef>
                <a:spcPts val="800"/>
              </a:spcBef>
              <a:spcAft>
                <a:spcPts val="80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9pPr>
          </a:lstStyle>
          <a:p/>
        </p:txBody>
      </p:sp>
      <p:sp>
        <p:nvSpPr>
          <p:cNvPr id="8" name="Google Shape;8;p10"/>
          <p:cNvSpPr txBox="1"/>
          <p:nvPr>
            <p:ph type="title"/>
          </p:nvPr>
        </p:nvSpPr>
        <p:spPr>
          <a:xfrm>
            <a:off x="129300" y="228600"/>
            <a:ext cx="6480300" cy="587700"/>
          </a:xfrm>
          <a:prstGeom prst="rect">
            <a:avLst/>
          </a:prstGeom>
          <a:noFill/>
          <a:ln>
            <a:noFill/>
          </a:ln>
        </p:spPr>
        <p:txBody>
          <a:bodyPr anchorCtr="0" anchor="t" bIns="91425" lIns="91425" spcFirstLastPara="1" rIns="91425" wrap="square" tIns="91425">
            <a:spAutoFit/>
          </a:bodyPr>
          <a:lstStyle>
            <a:lvl1pPr lvl="0" marR="0" rtl="0" algn="l">
              <a:lnSpc>
                <a:spcPct val="90000"/>
              </a:lnSpc>
              <a:spcBef>
                <a:spcPts val="0"/>
              </a:spcBef>
              <a:spcAft>
                <a:spcPts val="0"/>
              </a:spcAft>
              <a:buClr>
                <a:srgbClr val="000000"/>
              </a:buClr>
              <a:buSzPts val="2400"/>
              <a:buFont typeface="Arial"/>
              <a:buNone/>
              <a:defRPr b="0" i="0" sz="2400" u="none" cap="none" strike="noStrike">
                <a:solidFill>
                  <a:schemeClr val="lt1"/>
                </a:solidFill>
                <a:latin typeface="Poppins"/>
                <a:ea typeface="Poppins"/>
                <a:cs typeface="Poppins"/>
                <a:sym typeface="Poppins"/>
              </a:defRPr>
            </a:lvl1pPr>
            <a:lvl2pPr lvl="1" marR="0" rtl="0" algn="l">
              <a:lnSpc>
                <a:spcPct val="115000"/>
              </a:lnSpc>
              <a:spcBef>
                <a:spcPts val="0"/>
              </a:spcBef>
              <a:spcAft>
                <a:spcPts val="0"/>
              </a:spcAft>
              <a:buClr>
                <a:srgbClr val="000000"/>
              </a:buClr>
              <a:buSzPts val="2400"/>
              <a:buFont typeface="Arial"/>
              <a:buNone/>
              <a:defRPr b="0" i="0" sz="2400" u="none" cap="none" strike="noStrike">
                <a:solidFill>
                  <a:schemeClr val="lt1"/>
                </a:solidFill>
                <a:latin typeface="Poppins"/>
                <a:ea typeface="Poppins"/>
                <a:cs typeface="Poppins"/>
                <a:sym typeface="Poppins"/>
              </a:defRPr>
            </a:lvl2pPr>
            <a:lvl3pPr lvl="2" marR="0" rtl="0" algn="l">
              <a:lnSpc>
                <a:spcPct val="115000"/>
              </a:lnSpc>
              <a:spcBef>
                <a:spcPts val="0"/>
              </a:spcBef>
              <a:spcAft>
                <a:spcPts val="0"/>
              </a:spcAft>
              <a:buClr>
                <a:srgbClr val="000000"/>
              </a:buClr>
              <a:buSzPts val="2400"/>
              <a:buFont typeface="Arial"/>
              <a:buNone/>
              <a:defRPr b="0" i="0" sz="2400" u="none" cap="none" strike="noStrike">
                <a:solidFill>
                  <a:schemeClr val="lt1"/>
                </a:solidFill>
                <a:latin typeface="Poppins"/>
                <a:ea typeface="Poppins"/>
                <a:cs typeface="Poppins"/>
                <a:sym typeface="Poppins"/>
              </a:defRPr>
            </a:lvl3pPr>
            <a:lvl4pPr lvl="3" marR="0" rtl="0" algn="l">
              <a:lnSpc>
                <a:spcPct val="115000"/>
              </a:lnSpc>
              <a:spcBef>
                <a:spcPts val="0"/>
              </a:spcBef>
              <a:spcAft>
                <a:spcPts val="0"/>
              </a:spcAft>
              <a:buClr>
                <a:srgbClr val="000000"/>
              </a:buClr>
              <a:buSzPts val="2400"/>
              <a:buFont typeface="Arial"/>
              <a:buNone/>
              <a:defRPr b="0" i="0" sz="2400" u="none" cap="none" strike="noStrike">
                <a:solidFill>
                  <a:schemeClr val="lt1"/>
                </a:solidFill>
                <a:latin typeface="Poppins"/>
                <a:ea typeface="Poppins"/>
                <a:cs typeface="Poppins"/>
                <a:sym typeface="Poppins"/>
              </a:defRPr>
            </a:lvl4pPr>
            <a:lvl5pPr lvl="4" marR="0" rtl="0" algn="l">
              <a:lnSpc>
                <a:spcPct val="115000"/>
              </a:lnSpc>
              <a:spcBef>
                <a:spcPts val="0"/>
              </a:spcBef>
              <a:spcAft>
                <a:spcPts val="0"/>
              </a:spcAft>
              <a:buClr>
                <a:srgbClr val="000000"/>
              </a:buClr>
              <a:buSzPts val="2400"/>
              <a:buFont typeface="Arial"/>
              <a:buNone/>
              <a:defRPr b="0" i="0" sz="2400" u="none" cap="none" strike="noStrike">
                <a:solidFill>
                  <a:schemeClr val="lt1"/>
                </a:solidFill>
                <a:latin typeface="Poppins"/>
                <a:ea typeface="Poppins"/>
                <a:cs typeface="Poppins"/>
                <a:sym typeface="Poppins"/>
              </a:defRPr>
            </a:lvl5pPr>
            <a:lvl6pPr lvl="5" marR="0" rtl="0" algn="l">
              <a:lnSpc>
                <a:spcPct val="115000"/>
              </a:lnSpc>
              <a:spcBef>
                <a:spcPts val="0"/>
              </a:spcBef>
              <a:spcAft>
                <a:spcPts val="0"/>
              </a:spcAft>
              <a:buClr>
                <a:srgbClr val="000000"/>
              </a:buClr>
              <a:buSzPts val="2400"/>
              <a:buFont typeface="Arial"/>
              <a:buNone/>
              <a:defRPr b="0" i="0" sz="2400" u="none" cap="none" strike="noStrike">
                <a:solidFill>
                  <a:schemeClr val="lt1"/>
                </a:solidFill>
                <a:latin typeface="Poppins"/>
                <a:ea typeface="Poppins"/>
                <a:cs typeface="Poppins"/>
                <a:sym typeface="Poppins"/>
              </a:defRPr>
            </a:lvl6pPr>
            <a:lvl7pPr lvl="6" marR="0" rtl="0" algn="l">
              <a:lnSpc>
                <a:spcPct val="115000"/>
              </a:lnSpc>
              <a:spcBef>
                <a:spcPts val="0"/>
              </a:spcBef>
              <a:spcAft>
                <a:spcPts val="0"/>
              </a:spcAft>
              <a:buClr>
                <a:srgbClr val="000000"/>
              </a:buClr>
              <a:buSzPts val="2400"/>
              <a:buFont typeface="Arial"/>
              <a:buNone/>
              <a:defRPr b="0" i="0" sz="2400" u="none" cap="none" strike="noStrike">
                <a:solidFill>
                  <a:schemeClr val="lt1"/>
                </a:solidFill>
                <a:latin typeface="Poppins"/>
                <a:ea typeface="Poppins"/>
                <a:cs typeface="Poppins"/>
                <a:sym typeface="Poppins"/>
              </a:defRPr>
            </a:lvl7pPr>
            <a:lvl8pPr lvl="7" marR="0" rtl="0" algn="l">
              <a:lnSpc>
                <a:spcPct val="115000"/>
              </a:lnSpc>
              <a:spcBef>
                <a:spcPts val="0"/>
              </a:spcBef>
              <a:spcAft>
                <a:spcPts val="0"/>
              </a:spcAft>
              <a:buClr>
                <a:srgbClr val="000000"/>
              </a:buClr>
              <a:buSzPts val="2400"/>
              <a:buFont typeface="Arial"/>
              <a:buNone/>
              <a:defRPr b="0" i="0" sz="2400" u="none" cap="none" strike="noStrike">
                <a:solidFill>
                  <a:schemeClr val="lt1"/>
                </a:solidFill>
                <a:latin typeface="Poppins"/>
                <a:ea typeface="Poppins"/>
                <a:cs typeface="Poppins"/>
                <a:sym typeface="Poppins"/>
              </a:defRPr>
            </a:lvl8pPr>
            <a:lvl9pPr lvl="8" marR="0" rtl="0" algn="l">
              <a:lnSpc>
                <a:spcPct val="115000"/>
              </a:lnSpc>
              <a:spcBef>
                <a:spcPts val="0"/>
              </a:spcBef>
              <a:spcAft>
                <a:spcPts val="0"/>
              </a:spcAft>
              <a:buClr>
                <a:srgbClr val="000000"/>
              </a:buClr>
              <a:buSzPts val="2400"/>
              <a:buFont typeface="Arial"/>
              <a:buNone/>
              <a:defRPr b="0" i="0" sz="2400" u="none" cap="none" strike="noStrike">
                <a:solidFill>
                  <a:schemeClr val="lt1"/>
                </a:solidFill>
                <a:latin typeface="Poppins"/>
                <a:ea typeface="Poppins"/>
                <a:cs typeface="Poppins"/>
                <a:sym typeface="Poppins"/>
              </a:defRPr>
            </a:lvl9pPr>
          </a:lstStyle>
          <a:p/>
        </p:txBody>
      </p:sp>
      <p:sp>
        <p:nvSpPr>
          <p:cNvPr id="9" name="Google Shape;9;p10"/>
          <p:cNvSpPr txBox="1"/>
          <p:nvPr>
            <p:ph idx="2" type="body"/>
          </p:nvPr>
        </p:nvSpPr>
        <p:spPr>
          <a:xfrm>
            <a:off x="4485075" y="1479525"/>
            <a:ext cx="3849900" cy="2657100"/>
          </a:xfrm>
          <a:prstGeom prst="rect">
            <a:avLst/>
          </a:prstGeom>
          <a:noFill/>
          <a:ln>
            <a:noFill/>
          </a:ln>
        </p:spPr>
        <p:txBody>
          <a:bodyPr anchorCtr="0" anchor="t" bIns="91425" lIns="91425" spcFirstLastPara="1" rIns="91425" wrap="square" tIns="91425">
            <a:noAutofit/>
          </a:bodyPr>
          <a:lstStyle>
            <a:lvl1pPr indent="-292100" lvl="0" marL="457200" marR="0" rtl="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1pPr>
            <a:lvl2pPr indent="-292100" lvl="1" marL="914400" marR="0" rtl="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2pPr>
            <a:lvl3pPr indent="-292100" lvl="2" marL="1371600" marR="0" rtl="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3pPr>
            <a:lvl4pPr indent="-292100" lvl="3" marL="1828800" marR="0" rtl="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4pPr>
            <a:lvl5pPr indent="-292100" lvl="4" marL="2286000" marR="0" rtl="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5pPr>
            <a:lvl6pPr indent="-292100" lvl="5" marL="2743200" marR="0" rtl="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6pPr>
            <a:lvl7pPr indent="-292100" lvl="6" marL="3200400" marR="0" rtl="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7pPr>
            <a:lvl8pPr indent="-292100" lvl="7" marL="3657600" marR="0" rtl="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8pPr>
            <a:lvl9pPr indent="-292100" lvl="8" marL="4114800" marR="0" rtl="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84">
          <p15:clr>
            <a:srgbClr val="E46962"/>
          </p15:clr>
        </p15:guide>
        <p15:guide id="2" pos="81">
          <p15:clr>
            <a:srgbClr val="E46962"/>
          </p15:clr>
        </p15:guide>
        <p15:guide id="3" orient="horz" pos="144">
          <p15:clr>
            <a:srgbClr val="E46962"/>
          </p15:clr>
        </p15:guide>
        <p15:guide id="4" orient="horz" pos="3094">
          <p15:clr>
            <a:srgbClr val="E46962"/>
          </p15:clr>
        </p15:guide>
        <p15:guide id="5" pos="881">
          <p15:clr>
            <a:srgbClr val="E46962"/>
          </p15:clr>
        </p15:guide>
        <p15:guide id="6" pos="1682">
          <p15:clr>
            <a:srgbClr val="E46962"/>
          </p15:clr>
        </p15:guide>
        <p15:guide id="7" pos="4083">
          <p15:clr>
            <a:srgbClr val="E46962"/>
          </p15:clr>
        </p15:guide>
        <p15:guide id="8" pos="4883">
          <p15:clr>
            <a:srgbClr val="E46962"/>
          </p15:clr>
        </p15:guide>
        <p15:guide id="9" pos="3283">
          <p15:clr>
            <a:srgbClr val="E46962"/>
          </p15:clr>
        </p15:guide>
        <p15:guide id="10" pos="2482">
          <p15:clr>
            <a:srgbClr val="E46962"/>
          </p15:clr>
        </p15:guide>
        <p15:guide id="11" orient="horz" pos="288">
          <p15:clr>
            <a:srgbClr val="E46962"/>
          </p15:clr>
        </p15:guide>
        <p15:guide id="12" orient="horz" pos="2950">
          <p15:clr>
            <a:srgbClr val="E46962"/>
          </p15:clr>
        </p15:guide>
        <p15:guide id="13" orient="horz" pos="1625">
          <p15:clr>
            <a:srgbClr val="E46962"/>
          </p15:clr>
        </p15:guide>
        <p15:guide id="14" orient="horz" pos="2432">
          <p15:clr>
            <a:srgbClr val="E46962"/>
          </p15:clr>
        </p15:guide>
        <p15:guide id="15" orient="horz" pos="813">
          <p15:clr>
            <a:srgbClr val="E46962"/>
          </p15:clr>
        </p15:guide>
        <p15:guide id="16" pos="179">
          <p15:clr>
            <a:srgbClr val="E46962"/>
          </p15:clr>
        </p15:guide>
        <p15:guide id="17" pos="1782">
          <p15:clr>
            <a:srgbClr val="E46962"/>
          </p15:clr>
        </p15:guide>
        <p15:guide id="18" pos="3385">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19" name="Shape 519"/>
        <p:cNvGrpSpPr/>
        <p:nvPr/>
      </p:nvGrpSpPr>
      <p:grpSpPr>
        <a:xfrm>
          <a:off x="0" y="0"/>
          <a:ext cx="0" cy="0"/>
          <a:chOff x="0" y="0"/>
          <a:chExt cx="0" cy="0"/>
        </a:xfrm>
      </p:grpSpPr>
      <p:sp>
        <p:nvSpPr>
          <p:cNvPr id="520" name="Google Shape;520;g39c1a85cac3_0_526"/>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21" name="Google Shape;521;g39c1a85cac3_0_526"/>
          <p:cNvSpPr txBox="1"/>
          <p:nvPr>
            <p:ph idx="1" type="body"/>
          </p:nvPr>
        </p:nvSpPr>
        <p:spPr>
          <a:xfrm>
            <a:off x="128875" y="1291375"/>
            <a:ext cx="3811200" cy="2882100"/>
          </a:xfrm>
          <a:prstGeom prst="rect">
            <a:avLst/>
          </a:prstGeom>
          <a:noFill/>
          <a:ln>
            <a:noFill/>
          </a:ln>
        </p:spPr>
        <p:txBody>
          <a:bodyPr anchorCtr="0" anchor="t" bIns="91425" lIns="91425" spcFirstLastPara="1" rIns="91425" wrap="square" tIns="91425">
            <a:noAutofit/>
          </a:bodyPr>
          <a:lstStyle>
            <a:lvl1pPr indent="-292100" lvl="0" marL="457200" marR="0" rtl="0" algn="l">
              <a:lnSpc>
                <a:spcPct val="115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1pPr>
            <a:lvl2pPr indent="-292100" lvl="1" marL="914400" marR="0" rtl="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2pPr>
            <a:lvl3pPr indent="-292100" lvl="2" marL="1371600" marR="0" rtl="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3pPr>
            <a:lvl4pPr indent="-292100" lvl="3" marL="1828800" marR="0" rtl="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4pPr>
            <a:lvl5pPr indent="-292100" lvl="4" marL="2286000" marR="0" rtl="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5pPr>
            <a:lvl6pPr indent="-292100" lvl="5" marL="2743200" marR="0" rtl="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6pPr>
            <a:lvl7pPr indent="-292100" lvl="6" marL="3200400" marR="0" rtl="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7pPr>
            <a:lvl8pPr indent="-292100" lvl="7" marL="3657600" marR="0" rtl="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8pPr>
            <a:lvl9pPr indent="-292100" lvl="8" marL="4114800" marR="0" rtl="0" algn="l">
              <a:lnSpc>
                <a:spcPct val="115000"/>
              </a:lnSpc>
              <a:spcBef>
                <a:spcPts val="800"/>
              </a:spcBef>
              <a:spcAft>
                <a:spcPts val="80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9pPr>
          </a:lstStyle>
          <a:p/>
        </p:txBody>
      </p:sp>
      <p:sp>
        <p:nvSpPr>
          <p:cNvPr id="522" name="Google Shape;522;g39c1a85cac3_0_526"/>
          <p:cNvSpPr txBox="1"/>
          <p:nvPr>
            <p:ph type="title"/>
          </p:nvPr>
        </p:nvSpPr>
        <p:spPr>
          <a:xfrm>
            <a:off x="129300" y="228600"/>
            <a:ext cx="6480300" cy="587700"/>
          </a:xfrm>
          <a:prstGeom prst="rect">
            <a:avLst/>
          </a:prstGeom>
          <a:noFill/>
          <a:ln>
            <a:noFill/>
          </a:ln>
        </p:spPr>
        <p:txBody>
          <a:bodyPr anchorCtr="0" anchor="t" bIns="91425" lIns="91425" spcFirstLastPara="1" rIns="91425" wrap="square" tIns="91425">
            <a:spAutoFit/>
          </a:bodyPr>
          <a:lstStyle>
            <a:lvl1pPr lvl="0" marR="0" rtl="0" algn="l">
              <a:lnSpc>
                <a:spcPct val="90000"/>
              </a:lnSpc>
              <a:spcBef>
                <a:spcPts val="0"/>
              </a:spcBef>
              <a:spcAft>
                <a:spcPts val="0"/>
              </a:spcAft>
              <a:buClr>
                <a:srgbClr val="000000"/>
              </a:buClr>
              <a:buSzPts val="2400"/>
              <a:buFont typeface="Arial"/>
              <a:buNone/>
              <a:defRPr b="0" i="0" sz="2400" u="none" cap="none" strike="noStrike">
                <a:solidFill>
                  <a:schemeClr val="lt1"/>
                </a:solidFill>
                <a:latin typeface="Poppins"/>
                <a:ea typeface="Poppins"/>
                <a:cs typeface="Poppins"/>
                <a:sym typeface="Poppins"/>
              </a:defRPr>
            </a:lvl1pPr>
            <a:lvl2pPr lvl="1" marR="0" rtl="0" algn="l">
              <a:lnSpc>
                <a:spcPct val="115000"/>
              </a:lnSpc>
              <a:spcBef>
                <a:spcPts val="0"/>
              </a:spcBef>
              <a:spcAft>
                <a:spcPts val="0"/>
              </a:spcAft>
              <a:buClr>
                <a:srgbClr val="000000"/>
              </a:buClr>
              <a:buSzPts val="2400"/>
              <a:buFont typeface="Arial"/>
              <a:buNone/>
              <a:defRPr b="0" i="0" sz="2400" u="none" cap="none" strike="noStrike">
                <a:solidFill>
                  <a:schemeClr val="lt1"/>
                </a:solidFill>
                <a:latin typeface="Poppins"/>
                <a:ea typeface="Poppins"/>
                <a:cs typeface="Poppins"/>
                <a:sym typeface="Poppins"/>
              </a:defRPr>
            </a:lvl2pPr>
            <a:lvl3pPr lvl="2" marR="0" rtl="0" algn="l">
              <a:lnSpc>
                <a:spcPct val="115000"/>
              </a:lnSpc>
              <a:spcBef>
                <a:spcPts val="0"/>
              </a:spcBef>
              <a:spcAft>
                <a:spcPts val="0"/>
              </a:spcAft>
              <a:buClr>
                <a:srgbClr val="000000"/>
              </a:buClr>
              <a:buSzPts val="2400"/>
              <a:buFont typeface="Arial"/>
              <a:buNone/>
              <a:defRPr b="0" i="0" sz="2400" u="none" cap="none" strike="noStrike">
                <a:solidFill>
                  <a:schemeClr val="lt1"/>
                </a:solidFill>
                <a:latin typeface="Poppins"/>
                <a:ea typeface="Poppins"/>
                <a:cs typeface="Poppins"/>
                <a:sym typeface="Poppins"/>
              </a:defRPr>
            </a:lvl3pPr>
            <a:lvl4pPr lvl="3" marR="0" rtl="0" algn="l">
              <a:lnSpc>
                <a:spcPct val="115000"/>
              </a:lnSpc>
              <a:spcBef>
                <a:spcPts val="0"/>
              </a:spcBef>
              <a:spcAft>
                <a:spcPts val="0"/>
              </a:spcAft>
              <a:buClr>
                <a:srgbClr val="000000"/>
              </a:buClr>
              <a:buSzPts val="2400"/>
              <a:buFont typeface="Arial"/>
              <a:buNone/>
              <a:defRPr b="0" i="0" sz="2400" u="none" cap="none" strike="noStrike">
                <a:solidFill>
                  <a:schemeClr val="lt1"/>
                </a:solidFill>
                <a:latin typeface="Poppins"/>
                <a:ea typeface="Poppins"/>
                <a:cs typeface="Poppins"/>
                <a:sym typeface="Poppins"/>
              </a:defRPr>
            </a:lvl4pPr>
            <a:lvl5pPr lvl="4" marR="0" rtl="0" algn="l">
              <a:lnSpc>
                <a:spcPct val="115000"/>
              </a:lnSpc>
              <a:spcBef>
                <a:spcPts val="0"/>
              </a:spcBef>
              <a:spcAft>
                <a:spcPts val="0"/>
              </a:spcAft>
              <a:buClr>
                <a:srgbClr val="000000"/>
              </a:buClr>
              <a:buSzPts val="2400"/>
              <a:buFont typeface="Arial"/>
              <a:buNone/>
              <a:defRPr b="0" i="0" sz="2400" u="none" cap="none" strike="noStrike">
                <a:solidFill>
                  <a:schemeClr val="lt1"/>
                </a:solidFill>
                <a:latin typeface="Poppins"/>
                <a:ea typeface="Poppins"/>
                <a:cs typeface="Poppins"/>
                <a:sym typeface="Poppins"/>
              </a:defRPr>
            </a:lvl5pPr>
            <a:lvl6pPr lvl="5" marR="0" rtl="0" algn="l">
              <a:lnSpc>
                <a:spcPct val="115000"/>
              </a:lnSpc>
              <a:spcBef>
                <a:spcPts val="0"/>
              </a:spcBef>
              <a:spcAft>
                <a:spcPts val="0"/>
              </a:spcAft>
              <a:buClr>
                <a:srgbClr val="000000"/>
              </a:buClr>
              <a:buSzPts val="2400"/>
              <a:buFont typeface="Arial"/>
              <a:buNone/>
              <a:defRPr b="0" i="0" sz="2400" u="none" cap="none" strike="noStrike">
                <a:solidFill>
                  <a:schemeClr val="lt1"/>
                </a:solidFill>
                <a:latin typeface="Poppins"/>
                <a:ea typeface="Poppins"/>
                <a:cs typeface="Poppins"/>
                <a:sym typeface="Poppins"/>
              </a:defRPr>
            </a:lvl6pPr>
            <a:lvl7pPr lvl="6" marR="0" rtl="0" algn="l">
              <a:lnSpc>
                <a:spcPct val="115000"/>
              </a:lnSpc>
              <a:spcBef>
                <a:spcPts val="0"/>
              </a:spcBef>
              <a:spcAft>
                <a:spcPts val="0"/>
              </a:spcAft>
              <a:buClr>
                <a:srgbClr val="000000"/>
              </a:buClr>
              <a:buSzPts val="2400"/>
              <a:buFont typeface="Arial"/>
              <a:buNone/>
              <a:defRPr b="0" i="0" sz="2400" u="none" cap="none" strike="noStrike">
                <a:solidFill>
                  <a:schemeClr val="lt1"/>
                </a:solidFill>
                <a:latin typeface="Poppins"/>
                <a:ea typeface="Poppins"/>
                <a:cs typeface="Poppins"/>
                <a:sym typeface="Poppins"/>
              </a:defRPr>
            </a:lvl7pPr>
            <a:lvl8pPr lvl="7" marR="0" rtl="0" algn="l">
              <a:lnSpc>
                <a:spcPct val="115000"/>
              </a:lnSpc>
              <a:spcBef>
                <a:spcPts val="0"/>
              </a:spcBef>
              <a:spcAft>
                <a:spcPts val="0"/>
              </a:spcAft>
              <a:buClr>
                <a:srgbClr val="000000"/>
              </a:buClr>
              <a:buSzPts val="2400"/>
              <a:buFont typeface="Arial"/>
              <a:buNone/>
              <a:defRPr b="0" i="0" sz="2400" u="none" cap="none" strike="noStrike">
                <a:solidFill>
                  <a:schemeClr val="lt1"/>
                </a:solidFill>
                <a:latin typeface="Poppins"/>
                <a:ea typeface="Poppins"/>
                <a:cs typeface="Poppins"/>
                <a:sym typeface="Poppins"/>
              </a:defRPr>
            </a:lvl8pPr>
            <a:lvl9pPr lvl="8" marR="0" rtl="0" algn="l">
              <a:lnSpc>
                <a:spcPct val="115000"/>
              </a:lnSpc>
              <a:spcBef>
                <a:spcPts val="0"/>
              </a:spcBef>
              <a:spcAft>
                <a:spcPts val="0"/>
              </a:spcAft>
              <a:buClr>
                <a:srgbClr val="000000"/>
              </a:buClr>
              <a:buSzPts val="2400"/>
              <a:buFont typeface="Arial"/>
              <a:buNone/>
              <a:defRPr b="0" i="0" sz="2400" u="none" cap="none" strike="noStrike">
                <a:solidFill>
                  <a:schemeClr val="lt1"/>
                </a:solidFill>
                <a:latin typeface="Poppins"/>
                <a:ea typeface="Poppins"/>
                <a:cs typeface="Poppins"/>
                <a:sym typeface="Poppins"/>
              </a:defRPr>
            </a:lvl9pPr>
          </a:lstStyle>
          <a:p/>
        </p:txBody>
      </p:sp>
      <p:sp>
        <p:nvSpPr>
          <p:cNvPr id="523" name="Google Shape;523;g39c1a85cac3_0_526"/>
          <p:cNvSpPr txBox="1"/>
          <p:nvPr>
            <p:ph idx="2" type="body"/>
          </p:nvPr>
        </p:nvSpPr>
        <p:spPr>
          <a:xfrm>
            <a:off x="4485075" y="1479525"/>
            <a:ext cx="3849900" cy="2657100"/>
          </a:xfrm>
          <a:prstGeom prst="rect">
            <a:avLst/>
          </a:prstGeom>
          <a:noFill/>
          <a:ln>
            <a:noFill/>
          </a:ln>
        </p:spPr>
        <p:txBody>
          <a:bodyPr anchorCtr="0" anchor="t" bIns="91425" lIns="91425" spcFirstLastPara="1" rIns="91425" wrap="square" tIns="91425">
            <a:noAutofit/>
          </a:bodyPr>
          <a:lstStyle>
            <a:lvl1pPr indent="-292100" lvl="0" marL="457200" marR="0" rtl="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1pPr>
            <a:lvl2pPr indent="-292100" lvl="1" marL="914400" marR="0" rtl="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2pPr>
            <a:lvl3pPr indent="-292100" lvl="2" marL="1371600" marR="0" rtl="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3pPr>
            <a:lvl4pPr indent="-292100" lvl="3" marL="1828800" marR="0" rtl="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4pPr>
            <a:lvl5pPr indent="-292100" lvl="4" marL="2286000" marR="0" rtl="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5pPr>
            <a:lvl6pPr indent="-292100" lvl="5" marL="2743200" marR="0" rtl="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6pPr>
            <a:lvl7pPr indent="-292100" lvl="6" marL="3200400" marR="0" rtl="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7pPr>
            <a:lvl8pPr indent="-292100" lvl="7" marL="3657600" marR="0" rtl="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8pPr>
            <a:lvl9pPr indent="-292100" lvl="8" marL="4114800" marR="0" rtl="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9pPr>
          </a:lstStyle>
          <a:p/>
        </p:txBody>
      </p:sp>
    </p:spTree>
  </p:cSld>
  <p:clrMap accent1="accent1" accent2="accent2" accent3="accent3" accent4="accent4" accent5="accent5" accent6="accent6" bg1="lt1" bg2="dk2" tx1="dk1" tx2="lt2" folHlink="folHlink" hlink="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 id="2147483723" r:id="rId25"/>
    <p:sldLayoutId id="2147483724" r:id="rId26"/>
    <p:sldLayoutId id="2147483725" r:id="rId27"/>
    <p:sldLayoutId id="2147483726" r:id="rId28"/>
    <p:sldLayoutId id="2147483727" r:id="rId29"/>
    <p:sldLayoutId id="2147483728" r:id="rId30"/>
    <p:sldLayoutId id="2147483729" r:id="rId31"/>
    <p:sldLayoutId id="2147483730" r:id="rId32"/>
    <p:sldLayoutId id="2147483731" r:id="rId33"/>
    <p:sldLayoutId id="2147483732" r:id="rId34"/>
    <p:sldLayoutId id="2147483733" r:id="rId35"/>
    <p:sldLayoutId id="2147483734" r:id="rId36"/>
    <p:sldLayoutId id="2147483735" r:id="rId37"/>
    <p:sldLayoutId id="2147483736" r:id="rId38"/>
    <p:sldLayoutId id="2147483737" r:id="rId39"/>
    <p:sldLayoutId id="2147483738" r:id="rId40"/>
    <p:sldLayoutId id="2147483739" r:id="rId41"/>
    <p:sldLayoutId id="2147483740" r:id="rId42"/>
    <p:sldLayoutId id="2147483741" r:id="rId43"/>
    <p:sldLayoutId id="2147483742" r:id="rId44"/>
    <p:sldLayoutId id="2147483743" r:id="rId45"/>
    <p:sldLayoutId id="2147483744" r:id="rId46"/>
    <p:sldLayoutId id="2147483745" r:id="rId47"/>
    <p:sldLayoutId id="2147483746" r:id="rId48"/>
    <p:sldLayoutId id="2147483747"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84">
          <p15:clr>
            <a:srgbClr val="E46962"/>
          </p15:clr>
        </p15:guide>
        <p15:guide id="2" pos="81">
          <p15:clr>
            <a:srgbClr val="E46962"/>
          </p15:clr>
        </p15:guide>
        <p15:guide id="3" orient="horz" pos="144">
          <p15:clr>
            <a:srgbClr val="E46962"/>
          </p15:clr>
        </p15:guide>
        <p15:guide id="4" orient="horz" pos="3094">
          <p15:clr>
            <a:srgbClr val="E46962"/>
          </p15:clr>
        </p15:guide>
        <p15:guide id="5" pos="881">
          <p15:clr>
            <a:srgbClr val="E46962"/>
          </p15:clr>
        </p15:guide>
        <p15:guide id="6" pos="1682">
          <p15:clr>
            <a:srgbClr val="E46962"/>
          </p15:clr>
        </p15:guide>
        <p15:guide id="7" pos="4083">
          <p15:clr>
            <a:srgbClr val="E46962"/>
          </p15:clr>
        </p15:guide>
        <p15:guide id="8" pos="4883">
          <p15:clr>
            <a:srgbClr val="E46962"/>
          </p15:clr>
        </p15:guide>
        <p15:guide id="9" pos="3283">
          <p15:clr>
            <a:srgbClr val="E46962"/>
          </p15:clr>
        </p15:guide>
        <p15:guide id="10" pos="2482">
          <p15:clr>
            <a:srgbClr val="E46962"/>
          </p15:clr>
        </p15:guide>
        <p15:guide id="11" orient="horz" pos="288">
          <p15:clr>
            <a:srgbClr val="E46962"/>
          </p15:clr>
        </p15:guide>
        <p15:guide id="12" orient="horz" pos="2950">
          <p15:clr>
            <a:srgbClr val="E46962"/>
          </p15:clr>
        </p15:guide>
        <p15:guide id="13" orient="horz" pos="1625">
          <p15:clr>
            <a:srgbClr val="E46962"/>
          </p15:clr>
        </p15:guide>
        <p15:guide id="14" orient="horz" pos="2432">
          <p15:clr>
            <a:srgbClr val="E46962"/>
          </p15:clr>
        </p15:guide>
        <p15:guide id="15" orient="horz" pos="813">
          <p15:clr>
            <a:srgbClr val="E46962"/>
          </p15:clr>
        </p15:guide>
        <p15:guide id="16" pos="179">
          <p15:clr>
            <a:srgbClr val="E46962"/>
          </p15:clr>
        </p15:guide>
        <p15:guide id="17" pos="1782">
          <p15:clr>
            <a:srgbClr val="E46962"/>
          </p15:clr>
        </p15:guide>
        <p15:guide id="18" pos="338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image" Target="../media/image15.png"/><Relationship Id="rId5"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xml"/><Relationship Id="rId3" Type="http://schemas.openxmlformats.org/officeDocument/2006/relationships/hyperlink" Target="http://www.alatoo.edu.kg" TargetMode="External"/><Relationship Id="rId4"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pic>
        <p:nvPicPr>
          <p:cNvPr id="1037" name="Google Shape;1037;p1" title="Algorithms-programs-and-programming-languages-Source-shutterstockcom.png"/>
          <p:cNvPicPr preferRelativeResize="0"/>
          <p:nvPr>
            <p:ph idx="2" type="pic"/>
          </p:nvPr>
        </p:nvPicPr>
        <p:blipFill rotWithShape="1">
          <a:blip r:embed="rId3">
            <a:alphaModFix/>
          </a:blip>
          <a:srcRect b="0" l="16911" r="16897" t="0"/>
          <a:stretch/>
        </p:blipFill>
        <p:spPr>
          <a:xfrm>
            <a:off x="5959150" y="2579575"/>
            <a:ext cx="1792975" cy="1711575"/>
          </a:xfrm>
          <a:prstGeom prst="rect">
            <a:avLst/>
          </a:prstGeom>
          <a:noFill/>
          <a:ln>
            <a:noFill/>
          </a:ln>
        </p:spPr>
      </p:pic>
      <p:sp>
        <p:nvSpPr>
          <p:cNvPr id="1038" name="Google Shape;1038;p1"/>
          <p:cNvSpPr txBox="1"/>
          <p:nvPr>
            <p:ph type="title"/>
          </p:nvPr>
        </p:nvSpPr>
        <p:spPr>
          <a:xfrm>
            <a:off x="128875" y="437125"/>
            <a:ext cx="5721900" cy="2504400"/>
          </a:xfrm>
          <a:prstGeom prst="rect">
            <a:avLst/>
          </a:prstGeom>
          <a:noFill/>
          <a:ln>
            <a:noFill/>
          </a:ln>
        </p:spPr>
        <p:txBody>
          <a:bodyPr anchorCtr="0" anchor="b" bIns="0" lIns="91425" spcFirstLastPara="1" rIns="91425" wrap="square" tIns="91425">
            <a:noAutofit/>
          </a:bodyPr>
          <a:lstStyle/>
          <a:p>
            <a:pPr indent="0" lvl="0" marL="0" rtl="0" algn="l">
              <a:lnSpc>
                <a:spcPct val="90000"/>
              </a:lnSpc>
              <a:spcBef>
                <a:spcPts val="0"/>
              </a:spcBef>
              <a:spcAft>
                <a:spcPts val="0"/>
              </a:spcAft>
              <a:buSzPts val="6000"/>
              <a:buNone/>
            </a:pPr>
            <a:r>
              <a:rPr lang="en"/>
              <a:t>Technical Facilities of Information</a:t>
            </a:r>
            <a:endParaRPr/>
          </a:p>
        </p:txBody>
      </p:sp>
      <p:sp>
        <p:nvSpPr>
          <p:cNvPr id="1039" name="Google Shape;1039;p1"/>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pic>
        <p:nvPicPr>
          <p:cNvPr id="1040" name="Google Shape;1040;p1" title="PI_2017.02.08_Algorithms_featured.png"/>
          <p:cNvPicPr preferRelativeResize="0"/>
          <p:nvPr>
            <p:ph idx="3" type="pic"/>
          </p:nvPr>
        </p:nvPicPr>
        <p:blipFill rotWithShape="1">
          <a:blip r:embed="rId4">
            <a:alphaModFix/>
          </a:blip>
          <a:srcRect b="33866" l="25381" r="42467" t="0"/>
          <a:stretch/>
        </p:blipFill>
        <p:spPr>
          <a:xfrm>
            <a:off x="7752125" y="3861475"/>
            <a:ext cx="1171475" cy="1204850"/>
          </a:xfrm>
          <a:prstGeom prst="rect">
            <a:avLst/>
          </a:prstGeom>
          <a:noFill/>
          <a:ln>
            <a:noFill/>
          </a:ln>
        </p:spPr>
      </p:pic>
      <p:sp>
        <p:nvSpPr>
          <p:cNvPr id="1041" name="Google Shape;1041;p1"/>
          <p:cNvSpPr txBox="1"/>
          <p:nvPr>
            <p:ph idx="1" type="subTitle"/>
          </p:nvPr>
        </p:nvSpPr>
        <p:spPr>
          <a:xfrm>
            <a:off x="128875" y="3861475"/>
            <a:ext cx="5244000" cy="849900"/>
          </a:xfrm>
          <a:prstGeom prst="rect">
            <a:avLst/>
          </a:prstGeom>
          <a:noFill/>
          <a:ln>
            <a:noFill/>
          </a:ln>
        </p:spPr>
        <p:txBody>
          <a:bodyPr anchorCtr="0" anchor="t" bIns="91425" lIns="0" spcFirstLastPara="1" rIns="91425" wrap="square" tIns="0">
            <a:noAutofit/>
          </a:bodyPr>
          <a:lstStyle/>
          <a:p>
            <a:pPr indent="0" lvl="0" marL="0" rtl="0" algn="l">
              <a:lnSpc>
                <a:spcPct val="115000"/>
              </a:lnSpc>
              <a:spcBef>
                <a:spcPts val="0"/>
              </a:spcBef>
              <a:spcAft>
                <a:spcPts val="0"/>
              </a:spcAft>
              <a:buSzPts val="800"/>
              <a:buNone/>
            </a:pPr>
            <a:r>
              <a:rPr lang="en" sz="1600">
                <a:solidFill>
                  <a:srgbClr val="000000"/>
                </a:solidFill>
                <a:latin typeface="Arial"/>
                <a:ea typeface="Arial"/>
                <a:cs typeface="Arial"/>
                <a:sym typeface="Arial"/>
              </a:rPr>
              <a:t>Prepared &amp; Presented by: Mirlan Nurbekov, Lecturer</a:t>
            </a:r>
            <a:endParaRPr sz="1600">
              <a:solidFill>
                <a:srgbClr val="000000"/>
              </a:solidFill>
              <a:latin typeface="Arial"/>
              <a:ea typeface="Arial"/>
              <a:cs typeface="Arial"/>
              <a:sym typeface="Arial"/>
            </a:endParaRPr>
          </a:p>
          <a:p>
            <a:pPr indent="0" lvl="0" marL="0" rtl="0" algn="l">
              <a:lnSpc>
                <a:spcPct val="115000"/>
              </a:lnSpc>
              <a:spcBef>
                <a:spcPts val="0"/>
              </a:spcBef>
              <a:spcAft>
                <a:spcPts val="0"/>
              </a:spcAft>
              <a:buSzPts val="800"/>
              <a:buNone/>
            </a:pPr>
            <a:r>
              <a:rPr lang="en" sz="1600">
                <a:solidFill>
                  <a:srgbClr val="000000"/>
                </a:solidFill>
                <a:latin typeface="Arial"/>
                <a:ea typeface="Arial"/>
                <a:cs typeface="Arial"/>
                <a:sym typeface="Arial"/>
              </a:rPr>
              <a:t>Office hours: Friday 9:00–17:00</a:t>
            </a:r>
            <a:endParaRPr sz="1600">
              <a:solidFill>
                <a:srgbClr val="000000"/>
              </a:solidFill>
              <a:latin typeface="Arial"/>
              <a:ea typeface="Arial"/>
              <a:cs typeface="Arial"/>
              <a:sym typeface="Arial"/>
            </a:endParaRPr>
          </a:p>
          <a:p>
            <a:pPr indent="0" lvl="0" marL="0" rtl="0" algn="l">
              <a:lnSpc>
                <a:spcPct val="115000"/>
              </a:lnSpc>
              <a:spcBef>
                <a:spcPts val="0"/>
              </a:spcBef>
              <a:spcAft>
                <a:spcPts val="0"/>
              </a:spcAft>
              <a:buSzPts val="800"/>
              <a:buNone/>
            </a:pPr>
            <a:r>
              <a:rPr lang="en" sz="1600">
                <a:solidFill>
                  <a:srgbClr val="000000"/>
                </a:solidFill>
                <a:latin typeface="Arial"/>
                <a:ea typeface="Arial"/>
                <a:cs typeface="Arial"/>
                <a:sym typeface="Arial"/>
              </a:rPr>
              <a:t>AlaToo IT &amp; Business College</a:t>
            </a:r>
            <a:endParaRPr sz="1600">
              <a:solidFill>
                <a:srgbClr val="000000"/>
              </a:solidFill>
              <a:latin typeface="Arial"/>
              <a:ea typeface="Arial"/>
              <a:cs typeface="Arial"/>
              <a:sym typeface="Arial"/>
            </a:endParaRPr>
          </a:p>
          <a:p>
            <a:pPr indent="0" lvl="0" marL="0" rtl="0" algn="l">
              <a:lnSpc>
                <a:spcPct val="115000"/>
              </a:lnSpc>
              <a:spcBef>
                <a:spcPts val="0"/>
              </a:spcBef>
              <a:spcAft>
                <a:spcPts val="0"/>
              </a:spcAft>
              <a:buSzPts val="800"/>
              <a:buNone/>
            </a:pPr>
            <a:r>
              <a:rPr lang="en" sz="1600">
                <a:solidFill>
                  <a:srgbClr val="000000"/>
                </a:solidFill>
                <a:latin typeface="Arial"/>
                <a:ea typeface="Arial"/>
                <a:cs typeface="Arial"/>
                <a:sym typeface="Arial"/>
              </a:rPr>
              <a:t>Fall 2025</a:t>
            </a:r>
            <a:endParaRPr sz="1600">
              <a:solidFill>
                <a:srgbClr val="000000"/>
              </a:solidFill>
              <a:latin typeface="Arial"/>
              <a:ea typeface="Arial"/>
              <a:cs typeface="Arial"/>
              <a:sym typeface="Arial"/>
            </a:endParaRPr>
          </a:p>
        </p:txBody>
      </p:sp>
      <p:pic>
        <p:nvPicPr>
          <p:cNvPr id="1042" name="Google Shape;1042;p1" title="College_logo.png"/>
          <p:cNvPicPr preferRelativeResize="0"/>
          <p:nvPr/>
        </p:nvPicPr>
        <p:blipFill rotWithShape="1">
          <a:blip r:embed="rId5">
            <a:alphaModFix/>
          </a:blip>
          <a:srcRect b="0" l="0" r="0" t="0"/>
          <a:stretch/>
        </p:blipFill>
        <p:spPr>
          <a:xfrm>
            <a:off x="7000950" y="892900"/>
            <a:ext cx="1502350" cy="1502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g3a0141af678_0_108"/>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048" name="Google Shape;1048;g3a0141af678_0_108"/>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DNS in detail</a:t>
            </a:r>
            <a:endParaRPr sz="3600"/>
          </a:p>
        </p:txBody>
      </p:sp>
      <p:sp>
        <p:nvSpPr>
          <p:cNvPr id="1049" name="Google Shape;1049;g3a0141af678_0_108"/>
          <p:cNvSpPr txBox="1"/>
          <p:nvPr>
            <p:ph type="title"/>
          </p:nvPr>
        </p:nvSpPr>
        <p:spPr>
          <a:xfrm>
            <a:off x="284550" y="1290650"/>
            <a:ext cx="8859600" cy="35871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sz="2700"/>
              <a:t>When you type a website name like </a:t>
            </a:r>
            <a:r>
              <a:rPr b="1" lang="en" sz="2700" u="sng">
                <a:hlinkClick r:id="rId3"/>
              </a:rPr>
              <a:t>www.alatoo.edu.kg</a:t>
            </a:r>
            <a:r>
              <a:rPr b="1" lang="en" sz="2700"/>
              <a:t> </a:t>
            </a:r>
            <a:r>
              <a:rPr lang="en" sz="2700"/>
              <a:t>into your browser, computers don’t understand names, they need an address made of numbers. In this case, alatoo.edu.kg resolves to the IP address 212.42.101.253.</a:t>
            </a:r>
            <a:endParaRPr sz="2700"/>
          </a:p>
          <a:p>
            <a:pPr indent="0" lvl="0" marL="0" rtl="0" algn="l">
              <a:lnSpc>
                <a:spcPct val="115000"/>
              </a:lnSpc>
              <a:spcBef>
                <a:spcPts val="0"/>
              </a:spcBef>
              <a:spcAft>
                <a:spcPts val="0"/>
              </a:spcAft>
              <a:buSzPts val="4800"/>
              <a:buNone/>
            </a:pPr>
            <a:r>
              <a:t/>
            </a:r>
            <a:endParaRPr sz="2700"/>
          </a:p>
        </p:txBody>
      </p:sp>
      <p:pic>
        <p:nvPicPr>
          <p:cNvPr id="1050" name="Google Shape;1050;g3a0141af678_0_108"/>
          <p:cNvPicPr preferRelativeResize="0"/>
          <p:nvPr/>
        </p:nvPicPr>
        <p:blipFill>
          <a:blip r:embed="rId4">
            <a:alphaModFix/>
          </a:blip>
          <a:stretch>
            <a:fillRect/>
          </a:stretch>
        </p:blipFill>
        <p:spPr>
          <a:xfrm>
            <a:off x="4288209" y="685375"/>
            <a:ext cx="4387126" cy="1098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g3700623214d_0_0"/>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056" name="Google Shape;1056;g3700623214d_0_0"/>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How does it work?</a:t>
            </a:r>
            <a:endParaRPr sz="3600"/>
          </a:p>
        </p:txBody>
      </p:sp>
      <p:pic>
        <p:nvPicPr>
          <p:cNvPr id="1057" name="Google Shape;1057;g3700623214d_0_0"/>
          <p:cNvPicPr preferRelativeResize="0"/>
          <p:nvPr/>
        </p:nvPicPr>
        <p:blipFill>
          <a:blip r:embed="rId3">
            <a:alphaModFix/>
          </a:blip>
          <a:stretch>
            <a:fillRect/>
          </a:stretch>
        </p:blipFill>
        <p:spPr>
          <a:xfrm>
            <a:off x="514150" y="1391350"/>
            <a:ext cx="3023000" cy="3023000"/>
          </a:xfrm>
          <a:prstGeom prst="rect">
            <a:avLst/>
          </a:prstGeom>
          <a:noFill/>
          <a:ln>
            <a:noFill/>
          </a:ln>
        </p:spPr>
      </p:pic>
      <p:pic>
        <p:nvPicPr>
          <p:cNvPr id="1058" name="Google Shape;1058;g3700623214d_0_0"/>
          <p:cNvPicPr preferRelativeResize="0"/>
          <p:nvPr/>
        </p:nvPicPr>
        <p:blipFill>
          <a:blip r:embed="rId4">
            <a:alphaModFix/>
          </a:blip>
          <a:stretch>
            <a:fillRect/>
          </a:stretch>
        </p:blipFill>
        <p:spPr>
          <a:xfrm>
            <a:off x="3940175" y="1146150"/>
            <a:ext cx="4842186" cy="329268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700623214d_0_8"/>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064" name="Google Shape;1064;g3700623214d_0_8"/>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Stage 0000 - stub resolver </a:t>
            </a:r>
            <a:endParaRPr sz="3600"/>
          </a:p>
        </p:txBody>
      </p:sp>
      <p:sp>
        <p:nvSpPr>
          <p:cNvPr id="1065" name="Google Shape;1065;g3700623214d_0_8"/>
          <p:cNvSpPr txBox="1"/>
          <p:nvPr>
            <p:ph type="title"/>
          </p:nvPr>
        </p:nvSpPr>
        <p:spPr>
          <a:xfrm>
            <a:off x="4572000" y="1290650"/>
            <a:ext cx="4572000" cy="35871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4800"/>
              <a:buNone/>
            </a:pPr>
            <a:r>
              <a:rPr lang="en" sz="2700"/>
              <a:t>DNS client running on your machine to see your cashe, because you might have recently visited the place u were looking for.</a:t>
            </a:r>
            <a:endParaRPr sz="2700"/>
          </a:p>
          <a:p>
            <a:pPr indent="0" lvl="0" marL="0" rtl="0" algn="l">
              <a:lnSpc>
                <a:spcPct val="115000"/>
              </a:lnSpc>
              <a:spcBef>
                <a:spcPts val="0"/>
              </a:spcBef>
              <a:spcAft>
                <a:spcPts val="0"/>
              </a:spcAft>
              <a:buSzPts val="4800"/>
              <a:buNone/>
            </a:pPr>
            <a:br>
              <a:rPr lang="en" sz="2700"/>
            </a:br>
            <a:endParaRPr sz="2700"/>
          </a:p>
        </p:txBody>
      </p:sp>
      <p:pic>
        <p:nvPicPr>
          <p:cNvPr id="1066" name="Google Shape;1066;g3700623214d_0_8"/>
          <p:cNvPicPr preferRelativeResize="0"/>
          <p:nvPr/>
        </p:nvPicPr>
        <p:blipFill>
          <a:blip r:embed="rId3">
            <a:alphaModFix/>
          </a:blip>
          <a:stretch>
            <a:fillRect/>
          </a:stretch>
        </p:blipFill>
        <p:spPr>
          <a:xfrm>
            <a:off x="6961025" y="3415150"/>
            <a:ext cx="2062225" cy="1496575"/>
          </a:xfrm>
          <a:prstGeom prst="rect">
            <a:avLst/>
          </a:prstGeom>
          <a:noFill/>
          <a:ln>
            <a:noFill/>
          </a:ln>
        </p:spPr>
      </p:pic>
      <p:pic>
        <p:nvPicPr>
          <p:cNvPr id="1067" name="Google Shape;1067;g3700623214d_0_8"/>
          <p:cNvPicPr preferRelativeResize="0"/>
          <p:nvPr/>
        </p:nvPicPr>
        <p:blipFill>
          <a:blip r:embed="rId4">
            <a:alphaModFix/>
          </a:blip>
          <a:stretch>
            <a:fillRect/>
          </a:stretch>
        </p:blipFill>
        <p:spPr>
          <a:xfrm>
            <a:off x="208925" y="1547250"/>
            <a:ext cx="4267201" cy="284287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g3700623214d_0_20"/>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073" name="Google Shape;1073;g3700623214d_0_20"/>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Stage 0001 - common DNS server </a:t>
            </a:r>
            <a:endParaRPr sz="3600"/>
          </a:p>
        </p:txBody>
      </p:sp>
      <p:sp>
        <p:nvSpPr>
          <p:cNvPr id="1074" name="Google Shape;1074;g3700623214d_0_20"/>
          <p:cNvSpPr txBox="1"/>
          <p:nvPr>
            <p:ph type="title"/>
          </p:nvPr>
        </p:nvSpPr>
        <p:spPr>
          <a:xfrm>
            <a:off x="284175" y="1146150"/>
            <a:ext cx="8190300" cy="35871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4800"/>
              <a:buNone/>
            </a:pPr>
            <a:r>
              <a:rPr lang="en" sz="2700"/>
              <a:t>Your stub resolver will send a DNS query to the Google DNS servers (public) it is </a:t>
            </a:r>
            <a:r>
              <a:rPr lang="en" sz="2700"/>
              <a:t>basically</a:t>
            </a:r>
            <a:r>
              <a:rPr lang="en" sz="2700"/>
              <a:t> a phonebook for the Internet.  </a:t>
            </a:r>
            <a:r>
              <a:rPr lang="en" sz="2700"/>
              <a:t>Preferred</a:t>
            </a:r>
            <a:r>
              <a:rPr lang="en" sz="2700"/>
              <a:t> DNS server: 8.8.8.8</a:t>
            </a:r>
            <a:endParaRPr sz="2700"/>
          </a:p>
        </p:txBody>
      </p:sp>
      <p:pic>
        <p:nvPicPr>
          <p:cNvPr id="1075" name="Google Shape;1075;g3700623214d_0_20"/>
          <p:cNvPicPr preferRelativeResize="0"/>
          <p:nvPr/>
        </p:nvPicPr>
        <p:blipFill>
          <a:blip r:embed="rId3">
            <a:alphaModFix/>
          </a:blip>
          <a:stretch>
            <a:fillRect/>
          </a:stretch>
        </p:blipFill>
        <p:spPr>
          <a:xfrm>
            <a:off x="1700250" y="1146150"/>
            <a:ext cx="5375175" cy="1818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g3700623214d_0_31"/>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081" name="Google Shape;1081;g3700623214d_0_31"/>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Stage 0002 - cashe </a:t>
            </a:r>
            <a:endParaRPr sz="3600"/>
          </a:p>
        </p:txBody>
      </p:sp>
      <p:sp>
        <p:nvSpPr>
          <p:cNvPr id="1082" name="Google Shape;1082;g3700623214d_0_31"/>
          <p:cNvSpPr txBox="1"/>
          <p:nvPr>
            <p:ph type="title"/>
          </p:nvPr>
        </p:nvSpPr>
        <p:spPr>
          <a:xfrm>
            <a:off x="284175" y="1146150"/>
            <a:ext cx="8190300" cy="35871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4800"/>
              <a:buNone/>
            </a:pPr>
            <a:r>
              <a:rPr lang="en" sz="2700"/>
              <a:t>Google DNS servers will search </a:t>
            </a:r>
            <a:r>
              <a:rPr lang="en" sz="2700"/>
              <a:t>through</a:t>
            </a:r>
            <a:r>
              <a:rPr lang="en" sz="2700"/>
              <a:t> its cashe to see if this request was made before by other users and act accordingly, if no then next stage will start</a:t>
            </a:r>
            <a:endParaRPr sz="2700"/>
          </a:p>
        </p:txBody>
      </p:sp>
      <p:pic>
        <p:nvPicPr>
          <p:cNvPr id="1083" name="Google Shape;1083;g3700623214d_0_31"/>
          <p:cNvPicPr preferRelativeResize="0"/>
          <p:nvPr/>
        </p:nvPicPr>
        <p:blipFill>
          <a:blip r:embed="rId3">
            <a:alphaModFix/>
          </a:blip>
          <a:stretch>
            <a:fillRect/>
          </a:stretch>
        </p:blipFill>
        <p:spPr>
          <a:xfrm>
            <a:off x="1700250" y="1146150"/>
            <a:ext cx="5375175" cy="1818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g3700623214d_0_38"/>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089" name="Google Shape;1089;g3700623214d_0_38"/>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Stage 0003 - recursive means </a:t>
            </a:r>
            <a:endParaRPr sz="3600"/>
          </a:p>
        </p:txBody>
      </p:sp>
      <p:sp>
        <p:nvSpPr>
          <p:cNvPr id="1090" name="Google Shape;1090;g3700623214d_0_38"/>
          <p:cNvSpPr txBox="1"/>
          <p:nvPr>
            <p:ph type="title"/>
          </p:nvPr>
        </p:nvSpPr>
        <p:spPr>
          <a:xfrm>
            <a:off x="284175" y="1146150"/>
            <a:ext cx="8190300" cy="35871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4800"/>
              <a:buNone/>
            </a:pPr>
            <a:r>
              <a:rPr lang="en" sz="2700"/>
              <a:t>Google DNS servers are mainly recursive which means it connects to other servers to look for the requested information. (making multiple requests to other DNS servers to find)</a:t>
            </a:r>
            <a:endParaRPr sz="2700"/>
          </a:p>
        </p:txBody>
      </p:sp>
      <p:pic>
        <p:nvPicPr>
          <p:cNvPr id="1091" name="Google Shape;1091;g3700623214d_0_38"/>
          <p:cNvPicPr preferRelativeResize="0"/>
          <p:nvPr/>
        </p:nvPicPr>
        <p:blipFill>
          <a:blip r:embed="rId3">
            <a:alphaModFix/>
          </a:blip>
          <a:stretch>
            <a:fillRect/>
          </a:stretch>
        </p:blipFill>
        <p:spPr>
          <a:xfrm>
            <a:off x="1700250" y="1146150"/>
            <a:ext cx="5375175" cy="1818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g3700623214d_0_52"/>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097" name="Google Shape;1097;g3700623214d_0_52"/>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Stage 0004 - 13 root servers</a:t>
            </a:r>
            <a:endParaRPr sz="3600"/>
          </a:p>
        </p:txBody>
      </p:sp>
      <p:pic>
        <p:nvPicPr>
          <p:cNvPr id="1098" name="Google Shape;1098;g3700623214d_0_52"/>
          <p:cNvPicPr preferRelativeResize="0"/>
          <p:nvPr/>
        </p:nvPicPr>
        <p:blipFill>
          <a:blip r:embed="rId3">
            <a:alphaModFix/>
          </a:blip>
          <a:stretch>
            <a:fillRect/>
          </a:stretch>
        </p:blipFill>
        <p:spPr>
          <a:xfrm>
            <a:off x="1289738" y="1219175"/>
            <a:ext cx="6564536" cy="369255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g3a555eca484_0_4"/>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104" name="Google Shape;1104;g3a555eca484_0_4"/>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Stage 0004 - 13 root servers</a:t>
            </a:r>
            <a:endParaRPr sz="3600"/>
          </a:p>
        </p:txBody>
      </p:sp>
      <p:sp>
        <p:nvSpPr>
          <p:cNvPr id="1105" name="Google Shape;1105;g3a555eca484_0_4"/>
          <p:cNvSpPr txBox="1"/>
          <p:nvPr>
            <p:ph type="title"/>
          </p:nvPr>
        </p:nvSpPr>
        <p:spPr>
          <a:xfrm>
            <a:off x="216350" y="1426350"/>
            <a:ext cx="8190300" cy="35871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4800"/>
              <a:buNone/>
            </a:pPr>
            <a:r>
              <a:rPr lang="en" sz="2700"/>
              <a:t>When the DNS resolver cannot find the answer locally, it goes to the root servers. There are 13 logical root servers, named from A to M, and they are the highest level of the DNS hierarchy. These servers don’t store the IP of every website — instead, their job is to direct the DNS resolver to the correct Top-Level Domain (TLD) server, for example .kg, .com, .org.</a:t>
            </a:r>
            <a:endParaRPr sz="27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g3a555eca484_0_14"/>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111" name="Google Shape;1111;g3a555eca484_0_14"/>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Stage 0004 - 13 root servers</a:t>
            </a:r>
            <a:endParaRPr sz="3600"/>
          </a:p>
        </p:txBody>
      </p:sp>
      <p:sp>
        <p:nvSpPr>
          <p:cNvPr id="1112" name="Google Shape;1112;g3a555eca484_0_14"/>
          <p:cNvSpPr txBox="1"/>
          <p:nvPr>
            <p:ph type="title"/>
          </p:nvPr>
        </p:nvSpPr>
        <p:spPr>
          <a:xfrm>
            <a:off x="216350" y="1426350"/>
            <a:ext cx="8806800" cy="35883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4800"/>
              <a:buNone/>
            </a:pPr>
            <a:r>
              <a:rPr lang="en" sz="2700"/>
              <a:t>Although we say ‘13 servers,’ each one is actually a global network of hundreds of physical servers distributed across many countries. This makes the DNS system fast, reliable, and resistant to failure or attacks. So the root servers are like the first major checkpoint in the DNS lookup process, guiding the resolver to the correct TLD based on the domain extension.</a:t>
            </a:r>
            <a:endParaRPr sz="2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g3700623214d_0_45"/>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118" name="Google Shape;1118;g3700623214d_0_45"/>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Stage 0004 - 13 </a:t>
            </a:r>
            <a:r>
              <a:rPr lang="en" sz="3600"/>
              <a:t>root servers</a:t>
            </a:r>
            <a:endParaRPr sz="3600"/>
          </a:p>
        </p:txBody>
      </p:sp>
      <p:graphicFrame>
        <p:nvGraphicFramePr>
          <p:cNvPr id="1119" name="Google Shape;1119;g3700623214d_0_45"/>
          <p:cNvGraphicFramePr/>
          <p:nvPr/>
        </p:nvGraphicFramePr>
        <p:xfrm>
          <a:off x="443775" y="1203400"/>
          <a:ext cx="3000000" cy="3000000"/>
        </p:xfrm>
        <a:graphic>
          <a:graphicData uri="http://schemas.openxmlformats.org/drawingml/2006/table">
            <a:tbl>
              <a:tblPr>
                <a:noFill/>
                <a:tableStyleId>{161ED580-EE92-404A-B499-4C65A1A8F9E5}</a:tableStyleId>
              </a:tblPr>
              <a:tblGrid>
                <a:gridCol w="4015400"/>
                <a:gridCol w="4015400"/>
              </a:tblGrid>
              <a:tr h="637725">
                <a:tc>
                  <a:txBody>
                    <a:bodyPr/>
                    <a:lstStyle/>
                    <a:p>
                      <a:pPr indent="0" lvl="0" marL="0" rtl="0" algn="l">
                        <a:spcBef>
                          <a:spcPts val="0"/>
                        </a:spcBef>
                        <a:spcAft>
                          <a:spcPts val="0"/>
                        </a:spcAft>
                        <a:buNone/>
                      </a:pPr>
                      <a:r>
                        <a:rPr b="1" lang="en" sz="1600">
                          <a:solidFill>
                            <a:schemeClr val="lt1"/>
                          </a:solidFill>
                        </a:rPr>
                        <a:t>Name</a:t>
                      </a:r>
                      <a:endParaRPr b="1"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b="1" lang="en" sz="1600">
                          <a:solidFill>
                            <a:schemeClr val="lt1"/>
                          </a:solidFill>
                        </a:rPr>
                        <a:t>Operator</a:t>
                      </a:r>
                      <a:endParaRPr b="1"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80500">
                <a:tc>
                  <a:txBody>
                    <a:bodyPr/>
                    <a:lstStyle/>
                    <a:p>
                      <a:pPr indent="0" lvl="0" marL="0" rtl="0" algn="l">
                        <a:spcBef>
                          <a:spcPts val="0"/>
                        </a:spcBef>
                        <a:spcAft>
                          <a:spcPts val="0"/>
                        </a:spcAft>
                        <a:buNone/>
                      </a:pPr>
                      <a:r>
                        <a:rPr lang="en" sz="1600">
                          <a:solidFill>
                            <a:schemeClr val="lt1"/>
                          </a:solidFill>
                        </a:rPr>
                        <a:t>a.root-servers.net</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chemeClr val="lt1"/>
                          </a:solidFill>
                        </a:rPr>
                        <a:t>VeriSign Global Registry Services</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80500">
                <a:tc>
                  <a:txBody>
                    <a:bodyPr/>
                    <a:lstStyle/>
                    <a:p>
                      <a:pPr indent="0" lvl="0" marL="0" rtl="0" algn="l">
                        <a:spcBef>
                          <a:spcPts val="0"/>
                        </a:spcBef>
                        <a:spcAft>
                          <a:spcPts val="0"/>
                        </a:spcAft>
                        <a:buNone/>
                      </a:pPr>
                      <a:r>
                        <a:rPr lang="en" sz="1600">
                          <a:solidFill>
                            <a:schemeClr val="lt1"/>
                          </a:solidFill>
                        </a:rPr>
                        <a:t>b.root-servers.net</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chemeClr val="lt1"/>
                          </a:solidFill>
                        </a:rPr>
                        <a:t>University of Southern California, Information Sciences Institute (USC-ISI)</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80500">
                <a:tc>
                  <a:txBody>
                    <a:bodyPr/>
                    <a:lstStyle/>
                    <a:p>
                      <a:pPr indent="0" lvl="0" marL="0" rtl="0" algn="l">
                        <a:spcBef>
                          <a:spcPts val="0"/>
                        </a:spcBef>
                        <a:spcAft>
                          <a:spcPts val="0"/>
                        </a:spcAft>
                        <a:buNone/>
                      </a:pPr>
                      <a:r>
                        <a:rPr lang="en" sz="1600">
                          <a:solidFill>
                            <a:schemeClr val="lt1"/>
                          </a:solidFill>
                        </a:rPr>
                        <a:t>c.root-servers.net	</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chemeClr val="lt1"/>
                          </a:solidFill>
                        </a:rPr>
                        <a:t>Cogent Communications</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80500">
                <a:tc>
                  <a:txBody>
                    <a:bodyPr/>
                    <a:lstStyle/>
                    <a:p>
                      <a:pPr indent="0" lvl="0" marL="0" rtl="0" algn="l">
                        <a:spcBef>
                          <a:spcPts val="0"/>
                        </a:spcBef>
                        <a:spcAft>
                          <a:spcPts val="0"/>
                        </a:spcAft>
                        <a:buNone/>
                      </a:pPr>
                      <a:r>
                        <a:rPr lang="en" sz="1600">
                          <a:solidFill>
                            <a:schemeClr val="lt1"/>
                          </a:solidFill>
                        </a:rPr>
                        <a:t>d.root-servers.net</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chemeClr val="lt1"/>
                          </a:solidFill>
                        </a:rPr>
                        <a:t>University of Maryland</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80500">
                <a:tc>
                  <a:txBody>
                    <a:bodyPr/>
                    <a:lstStyle/>
                    <a:p>
                      <a:pPr indent="0" lvl="0" marL="0" rtl="0" algn="l">
                        <a:spcBef>
                          <a:spcPts val="0"/>
                        </a:spcBef>
                        <a:spcAft>
                          <a:spcPts val="0"/>
                        </a:spcAft>
                        <a:buNone/>
                      </a:pPr>
                      <a:r>
                        <a:rPr lang="en" sz="1600">
                          <a:solidFill>
                            <a:schemeClr val="lt1"/>
                          </a:solidFill>
                        </a:rPr>
                        <a:t>e.root-servers.net	</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chemeClr val="lt1"/>
                          </a:solidFill>
                        </a:rPr>
                        <a:t>NASA Ames Research Center</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g3700623214d_0_71"/>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125" name="Google Shape;1125;g3700623214d_0_71"/>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Stage 0004 - 13 root servers</a:t>
            </a:r>
            <a:endParaRPr sz="3600"/>
          </a:p>
        </p:txBody>
      </p:sp>
      <p:graphicFrame>
        <p:nvGraphicFramePr>
          <p:cNvPr id="1126" name="Google Shape;1126;g3700623214d_0_71"/>
          <p:cNvGraphicFramePr/>
          <p:nvPr/>
        </p:nvGraphicFramePr>
        <p:xfrm>
          <a:off x="443775" y="1203400"/>
          <a:ext cx="3000000" cy="3000000"/>
        </p:xfrm>
        <a:graphic>
          <a:graphicData uri="http://schemas.openxmlformats.org/drawingml/2006/table">
            <a:tbl>
              <a:tblPr>
                <a:noFill/>
                <a:tableStyleId>{161ED580-EE92-404A-B499-4C65A1A8F9E5}</a:tableStyleId>
              </a:tblPr>
              <a:tblGrid>
                <a:gridCol w="4015400"/>
                <a:gridCol w="4015400"/>
              </a:tblGrid>
              <a:tr h="637725">
                <a:tc>
                  <a:txBody>
                    <a:bodyPr/>
                    <a:lstStyle/>
                    <a:p>
                      <a:pPr indent="0" lvl="0" marL="0" rtl="0" algn="l">
                        <a:spcBef>
                          <a:spcPts val="0"/>
                        </a:spcBef>
                        <a:spcAft>
                          <a:spcPts val="0"/>
                        </a:spcAft>
                        <a:buNone/>
                      </a:pPr>
                      <a:r>
                        <a:rPr b="1" lang="en" sz="1600">
                          <a:solidFill>
                            <a:schemeClr val="lt1"/>
                          </a:solidFill>
                        </a:rPr>
                        <a:t>Name</a:t>
                      </a:r>
                      <a:endParaRPr b="1"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b="1" lang="en" sz="1600">
                          <a:solidFill>
                            <a:schemeClr val="lt1"/>
                          </a:solidFill>
                        </a:rPr>
                        <a:t>Operator</a:t>
                      </a:r>
                      <a:endParaRPr b="1"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80500">
                <a:tc>
                  <a:txBody>
                    <a:bodyPr/>
                    <a:lstStyle/>
                    <a:p>
                      <a:pPr indent="0" lvl="0" marL="0" rtl="0" algn="l">
                        <a:spcBef>
                          <a:spcPts val="0"/>
                        </a:spcBef>
                        <a:spcAft>
                          <a:spcPts val="0"/>
                        </a:spcAft>
                        <a:buNone/>
                      </a:pPr>
                      <a:r>
                        <a:rPr lang="en" sz="1600">
                          <a:solidFill>
                            <a:schemeClr val="lt1"/>
                          </a:solidFill>
                        </a:rPr>
                        <a:t>f.root-servers.net</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chemeClr val="lt1"/>
                          </a:solidFill>
                        </a:rPr>
                        <a:t>Internet Systems Consortium, Inc. (ISC)</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80500">
                <a:tc>
                  <a:txBody>
                    <a:bodyPr/>
                    <a:lstStyle/>
                    <a:p>
                      <a:pPr indent="0" lvl="0" marL="0" rtl="0" algn="l">
                        <a:spcBef>
                          <a:spcPts val="0"/>
                        </a:spcBef>
                        <a:spcAft>
                          <a:spcPts val="0"/>
                        </a:spcAft>
                        <a:buNone/>
                      </a:pPr>
                      <a:r>
                        <a:rPr lang="en" sz="1600">
                          <a:solidFill>
                            <a:schemeClr val="lt1"/>
                          </a:solidFill>
                        </a:rPr>
                        <a:t>g.root-servers.net</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chemeClr val="lt1"/>
                          </a:solidFill>
                        </a:rPr>
                        <a:t>US DoD Network Information Center</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80500">
                <a:tc>
                  <a:txBody>
                    <a:bodyPr/>
                    <a:lstStyle/>
                    <a:p>
                      <a:pPr indent="0" lvl="0" marL="0" rtl="0" algn="l">
                        <a:spcBef>
                          <a:spcPts val="0"/>
                        </a:spcBef>
                        <a:spcAft>
                          <a:spcPts val="0"/>
                        </a:spcAft>
                        <a:buNone/>
                      </a:pPr>
                      <a:r>
                        <a:rPr lang="en" sz="1600">
                          <a:solidFill>
                            <a:schemeClr val="lt1"/>
                          </a:solidFill>
                        </a:rPr>
                        <a:t>h.root-servers.net</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chemeClr val="lt1"/>
                          </a:solidFill>
                        </a:rPr>
                        <a:t>US Army Research Lab</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80500">
                <a:tc>
                  <a:txBody>
                    <a:bodyPr/>
                    <a:lstStyle/>
                    <a:p>
                      <a:pPr indent="0" lvl="0" marL="0" rtl="0" algn="l">
                        <a:spcBef>
                          <a:spcPts val="0"/>
                        </a:spcBef>
                        <a:spcAft>
                          <a:spcPts val="0"/>
                        </a:spcAft>
                        <a:buNone/>
                      </a:pPr>
                      <a:r>
                        <a:rPr lang="en" sz="1600">
                          <a:solidFill>
                            <a:schemeClr val="lt1"/>
                          </a:solidFill>
                        </a:rPr>
                        <a:t>i.root-servers.net</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chemeClr val="lt1"/>
                          </a:solidFill>
                        </a:rPr>
                        <a:t>Netnod</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80500">
                <a:tc>
                  <a:txBody>
                    <a:bodyPr/>
                    <a:lstStyle/>
                    <a:p>
                      <a:pPr indent="0" lvl="0" marL="0" rtl="0" algn="l">
                        <a:spcBef>
                          <a:spcPts val="0"/>
                        </a:spcBef>
                        <a:spcAft>
                          <a:spcPts val="0"/>
                        </a:spcAft>
                        <a:buNone/>
                      </a:pPr>
                      <a:r>
                        <a:rPr lang="en" sz="1600">
                          <a:solidFill>
                            <a:schemeClr val="lt1"/>
                          </a:solidFill>
                        </a:rPr>
                        <a:t>j.root-servers.net</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chemeClr val="lt1"/>
                          </a:solidFill>
                        </a:rPr>
                        <a:t>VeriSign Global Registry Services</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g3700623214d_0_87"/>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132" name="Google Shape;1132;g3700623214d_0_87"/>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Stage 0004 - 13 root servers</a:t>
            </a:r>
            <a:endParaRPr sz="3600"/>
          </a:p>
        </p:txBody>
      </p:sp>
      <p:graphicFrame>
        <p:nvGraphicFramePr>
          <p:cNvPr id="1133" name="Google Shape;1133;g3700623214d_0_87"/>
          <p:cNvGraphicFramePr/>
          <p:nvPr/>
        </p:nvGraphicFramePr>
        <p:xfrm>
          <a:off x="443775" y="1203400"/>
          <a:ext cx="3000000" cy="3000000"/>
        </p:xfrm>
        <a:graphic>
          <a:graphicData uri="http://schemas.openxmlformats.org/drawingml/2006/table">
            <a:tbl>
              <a:tblPr>
                <a:noFill/>
                <a:tableStyleId>{161ED580-EE92-404A-B499-4C65A1A8F9E5}</a:tableStyleId>
              </a:tblPr>
              <a:tblGrid>
                <a:gridCol w="4015400"/>
                <a:gridCol w="4015400"/>
              </a:tblGrid>
              <a:tr h="637725">
                <a:tc>
                  <a:txBody>
                    <a:bodyPr/>
                    <a:lstStyle/>
                    <a:p>
                      <a:pPr indent="0" lvl="0" marL="0" rtl="0" algn="l">
                        <a:spcBef>
                          <a:spcPts val="0"/>
                        </a:spcBef>
                        <a:spcAft>
                          <a:spcPts val="0"/>
                        </a:spcAft>
                        <a:buNone/>
                      </a:pPr>
                      <a:r>
                        <a:rPr b="1" lang="en" sz="1600">
                          <a:solidFill>
                            <a:schemeClr val="lt1"/>
                          </a:solidFill>
                        </a:rPr>
                        <a:t>Name</a:t>
                      </a:r>
                      <a:endParaRPr b="1"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b="1" lang="en" sz="1600">
                          <a:solidFill>
                            <a:schemeClr val="lt1"/>
                          </a:solidFill>
                        </a:rPr>
                        <a:t>Operator</a:t>
                      </a:r>
                      <a:endParaRPr b="1"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80500">
                <a:tc>
                  <a:txBody>
                    <a:bodyPr/>
                    <a:lstStyle/>
                    <a:p>
                      <a:pPr indent="0" lvl="0" marL="0" rtl="0" algn="l">
                        <a:spcBef>
                          <a:spcPts val="0"/>
                        </a:spcBef>
                        <a:spcAft>
                          <a:spcPts val="0"/>
                        </a:spcAft>
                        <a:buNone/>
                      </a:pPr>
                      <a:r>
                        <a:rPr lang="en" sz="1600">
                          <a:solidFill>
                            <a:schemeClr val="lt1"/>
                          </a:solidFill>
                        </a:rPr>
                        <a:t>k.root-servers.net</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chemeClr val="lt1"/>
                          </a:solidFill>
                        </a:rPr>
                        <a:t>RIPE NCC</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80500">
                <a:tc>
                  <a:txBody>
                    <a:bodyPr/>
                    <a:lstStyle/>
                    <a:p>
                      <a:pPr indent="0" lvl="0" marL="0" rtl="0" algn="l">
                        <a:spcBef>
                          <a:spcPts val="0"/>
                        </a:spcBef>
                        <a:spcAft>
                          <a:spcPts val="0"/>
                        </a:spcAft>
                        <a:buNone/>
                      </a:pPr>
                      <a:r>
                        <a:rPr lang="en" sz="1600">
                          <a:solidFill>
                            <a:schemeClr val="lt1"/>
                          </a:solidFill>
                        </a:rPr>
                        <a:t>l.root-servers.net</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chemeClr val="lt1"/>
                          </a:solidFill>
                        </a:rPr>
                        <a:t>ICANN</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80500">
                <a:tc>
                  <a:txBody>
                    <a:bodyPr/>
                    <a:lstStyle/>
                    <a:p>
                      <a:pPr indent="0" lvl="0" marL="0" rtl="0" algn="l">
                        <a:spcBef>
                          <a:spcPts val="0"/>
                        </a:spcBef>
                        <a:spcAft>
                          <a:spcPts val="0"/>
                        </a:spcAft>
                        <a:buNone/>
                      </a:pPr>
                      <a:r>
                        <a:rPr lang="en" sz="1600">
                          <a:solidFill>
                            <a:schemeClr val="lt1"/>
                          </a:solidFill>
                        </a:rPr>
                        <a:t>m.root-servers.net</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chemeClr val="lt1"/>
                          </a:solidFill>
                        </a:rPr>
                        <a:t>WIDE Project</a:t>
                      </a:r>
                      <a:endParaRPr sz="16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700623214d_0_99"/>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139" name="Google Shape;1139;g3700623214d_0_99"/>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Stage 0005 -A TLD </a:t>
            </a:r>
            <a:r>
              <a:rPr lang="en" sz="3600"/>
              <a:t>server </a:t>
            </a:r>
            <a:endParaRPr sz="3600"/>
          </a:p>
          <a:p>
            <a:pPr indent="0" lvl="0" marL="0" rtl="0" algn="l">
              <a:lnSpc>
                <a:spcPct val="80000"/>
              </a:lnSpc>
              <a:spcBef>
                <a:spcPts val="0"/>
              </a:spcBef>
              <a:spcAft>
                <a:spcPts val="0"/>
              </a:spcAft>
              <a:buSzPts val="3300"/>
              <a:buNone/>
            </a:pPr>
            <a:r>
              <a:rPr lang="en" sz="3600"/>
              <a:t>(Top-Level Domain)</a:t>
            </a:r>
            <a:endParaRPr sz="3600"/>
          </a:p>
        </p:txBody>
      </p:sp>
      <p:sp>
        <p:nvSpPr>
          <p:cNvPr id="1140" name="Google Shape;1140;g3700623214d_0_99"/>
          <p:cNvSpPr txBox="1"/>
          <p:nvPr>
            <p:ph type="title"/>
          </p:nvPr>
        </p:nvSpPr>
        <p:spPr>
          <a:xfrm>
            <a:off x="408550" y="1290650"/>
            <a:ext cx="8190300" cy="6618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4800"/>
              <a:buNone/>
            </a:pPr>
            <a:r>
              <a:rPr lang="en" sz="2700"/>
              <a:t>Specific domain extension</a:t>
            </a:r>
            <a:endParaRPr sz="2700"/>
          </a:p>
        </p:txBody>
      </p:sp>
      <p:pic>
        <p:nvPicPr>
          <p:cNvPr id="1141" name="Google Shape;1141;g3700623214d_0_99"/>
          <p:cNvPicPr preferRelativeResize="0"/>
          <p:nvPr/>
        </p:nvPicPr>
        <p:blipFill>
          <a:blip r:embed="rId3">
            <a:alphaModFix/>
          </a:blip>
          <a:stretch>
            <a:fillRect/>
          </a:stretch>
        </p:blipFill>
        <p:spPr>
          <a:xfrm>
            <a:off x="485550" y="1819175"/>
            <a:ext cx="1351300" cy="1994775"/>
          </a:xfrm>
          <a:prstGeom prst="rect">
            <a:avLst/>
          </a:prstGeom>
          <a:noFill/>
          <a:ln>
            <a:noFill/>
          </a:ln>
        </p:spPr>
      </p:pic>
      <p:pic>
        <p:nvPicPr>
          <p:cNvPr id="1142" name="Google Shape;1142;g3700623214d_0_99"/>
          <p:cNvPicPr preferRelativeResize="0"/>
          <p:nvPr/>
        </p:nvPicPr>
        <p:blipFill>
          <a:blip r:embed="rId3">
            <a:alphaModFix/>
          </a:blip>
          <a:stretch>
            <a:fillRect/>
          </a:stretch>
        </p:blipFill>
        <p:spPr>
          <a:xfrm>
            <a:off x="2624375" y="2657700"/>
            <a:ext cx="1351300" cy="1994775"/>
          </a:xfrm>
          <a:prstGeom prst="rect">
            <a:avLst/>
          </a:prstGeom>
          <a:noFill/>
          <a:ln>
            <a:noFill/>
          </a:ln>
        </p:spPr>
      </p:pic>
      <p:pic>
        <p:nvPicPr>
          <p:cNvPr id="1143" name="Google Shape;1143;g3700623214d_0_99"/>
          <p:cNvPicPr preferRelativeResize="0"/>
          <p:nvPr/>
        </p:nvPicPr>
        <p:blipFill>
          <a:blip r:embed="rId3">
            <a:alphaModFix/>
          </a:blip>
          <a:stretch>
            <a:fillRect/>
          </a:stretch>
        </p:blipFill>
        <p:spPr>
          <a:xfrm>
            <a:off x="5063175" y="2748850"/>
            <a:ext cx="1351300" cy="1994775"/>
          </a:xfrm>
          <a:prstGeom prst="rect">
            <a:avLst/>
          </a:prstGeom>
          <a:noFill/>
          <a:ln>
            <a:noFill/>
          </a:ln>
        </p:spPr>
      </p:pic>
      <p:sp>
        <p:nvSpPr>
          <p:cNvPr id="1144" name="Google Shape;1144;g3700623214d_0_99"/>
          <p:cNvSpPr/>
          <p:nvPr/>
        </p:nvSpPr>
        <p:spPr>
          <a:xfrm rot="920355">
            <a:off x="1703465" y="3133589"/>
            <a:ext cx="895916" cy="309821"/>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pic>
        <p:nvPicPr>
          <p:cNvPr id="1145" name="Google Shape;1145;g3700623214d_0_99"/>
          <p:cNvPicPr preferRelativeResize="0"/>
          <p:nvPr/>
        </p:nvPicPr>
        <p:blipFill>
          <a:blip r:embed="rId3">
            <a:alphaModFix/>
          </a:blip>
          <a:stretch>
            <a:fillRect/>
          </a:stretch>
        </p:blipFill>
        <p:spPr>
          <a:xfrm>
            <a:off x="6953450" y="872763"/>
            <a:ext cx="1351300" cy="1994775"/>
          </a:xfrm>
          <a:prstGeom prst="rect">
            <a:avLst/>
          </a:prstGeom>
          <a:noFill/>
          <a:ln>
            <a:noFill/>
          </a:ln>
        </p:spPr>
      </p:pic>
      <p:sp>
        <p:nvSpPr>
          <p:cNvPr id="1146" name="Google Shape;1146;g3700623214d_0_99"/>
          <p:cNvSpPr/>
          <p:nvPr/>
        </p:nvSpPr>
        <p:spPr>
          <a:xfrm>
            <a:off x="3825175" y="3451550"/>
            <a:ext cx="1238100" cy="240600"/>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1147" name="Google Shape;1147;g3700623214d_0_99"/>
          <p:cNvSpPr/>
          <p:nvPr/>
        </p:nvSpPr>
        <p:spPr>
          <a:xfrm rot="-3025638">
            <a:off x="6132113" y="2777453"/>
            <a:ext cx="1238037" cy="240570"/>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g3a555eca484_0_22"/>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153" name="Google Shape;1153;g3a555eca484_0_22"/>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DNS security problems: </a:t>
            </a:r>
            <a:endParaRPr sz="3600"/>
          </a:p>
          <a:p>
            <a:pPr indent="0" lvl="0" marL="0" rtl="0" algn="l">
              <a:lnSpc>
                <a:spcPct val="80000"/>
              </a:lnSpc>
              <a:spcBef>
                <a:spcPts val="0"/>
              </a:spcBef>
              <a:spcAft>
                <a:spcPts val="0"/>
              </a:spcAft>
              <a:buSzPts val="3300"/>
              <a:buNone/>
            </a:pPr>
            <a:r>
              <a:rPr lang="en" sz="3600"/>
              <a:t>DNS spoofing/cache poisoning</a:t>
            </a:r>
            <a:endParaRPr sz="3600"/>
          </a:p>
        </p:txBody>
      </p:sp>
      <p:sp>
        <p:nvSpPr>
          <p:cNvPr id="1154" name="Google Shape;1154;g3a555eca484_0_22"/>
          <p:cNvSpPr txBox="1"/>
          <p:nvPr>
            <p:ph type="title"/>
          </p:nvPr>
        </p:nvSpPr>
        <p:spPr>
          <a:xfrm>
            <a:off x="216350" y="1426350"/>
            <a:ext cx="8806800" cy="33174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400050" lvl="0" marL="457200" rtl="0" algn="l">
              <a:lnSpc>
                <a:spcPct val="115000"/>
              </a:lnSpc>
              <a:spcBef>
                <a:spcPts val="0"/>
              </a:spcBef>
              <a:spcAft>
                <a:spcPts val="0"/>
              </a:spcAft>
              <a:buSzPts val="2700"/>
              <a:buChar char="-"/>
            </a:pPr>
            <a:r>
              <a:rPr lang="en" sz="2700"/>
              <a:t>Attackers inject fake DNS records into a </a:t>
            </a:r>
            <a:r>
              <a:rPr lang="en" sz="2700"/>
              <a:t>resolver</a:t>
            </a:r>
            <a:r>
              <a:rPr lang="en" sz="2700"/>
              <a:t> cache</a:t>
            </a:r>
            <a:endParaRPr sz="2700"/>
          </a:p>
          <a:p>
            <a:pPr indent="-400050" lvl="0" marL="457200" rtl="0" algn="l">
              <a:lnSpc>
                <a:spcPct val="115000"/>
              </a:lnSpc>
              <a:spcBef>
                <a:spcPts val="0"/>
              </a:spcBef>
              <a:spcAft>
                <a:spcPts val="0"/>
              </a:spcAft>
              <a:buSzPts val="2700"/>
              <a:buChar char="-"/>
            </a:pPr>
            <a:r>
              <a:rPr lang="en" sz="2700"/>
              <a:t>User is redirected to a fake or malicious website</a:t>
            </a:r>
            <a:endParaRPr sz="2700"/>
          </a:p>
          <a:p>
            <a:pPr indent="-400050" lvl="0" marL="457200" rtl="0" algn="l">
              <a:lnSpc>
                <a:spcPct val="115000"/>
              </a:lnSpc>
              <a:spcBef>
                <a:spcPts val="0"/>
              </a:spcBef>
              <a:spcAft>
                <a:spcPts val="0"/>
              </a:spcAft>
              <a:buSzPts val="2700"/>
              <a:buChar char="-"/>
            </a:pPr>
            <a:r>
              <a:rPr lang="en" sz="2700"/>
              <a:t>Happens when DNS answers are not verified</a:t>
            </a:r>
            <a:endParaRPr sz="2700"/>
          </a:p>
          <a:p>
            <a:pPr indent="-400050" lvl="0" marL="457200" rtl="0" algn="l">
              <a:lnSpc>
                <a:spcPct val="115000"/>
              </a:lnSpc>
              <a:spcBef>
                <a:spcPts val="0"/>
              </a:spcBef>
              <a:spcAft>
                <a:spcPts val="0"/>
              </a:spcAft>
              <a:buSzPts val="2700"/>
              <a:buChar char="-"/>
            </a:pPr>
            <a:r>
              <a:rPr lang="en" sz="2700"/>
              <a:t>Leads to phishing, credential theft, malware infections</a:t>
            </a:r>
            <a:endParaRPr sz="2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g3a555eca484_0_30"/>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160" name="Google Shape;1160;g3a555eca484_0_30"/>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DNS security problems: </a:t>
            </a:r>
            <a:endParaRPr sz="3600"/>
          </a:p>
          <a:p>
            <a:pPr indent="0" lvl="0" marL="0" rtl="0" algn="l">
              <a:lnSpc>
                <a:spcPct val="80000"/>
              </a:lnSpc>
              <a:spcBef>
                <a:spcPts val="0"/>
              </a:spcBef>
              <a:spcAft>
                <a:spcPts val="0"/>
              </a:spcAft>
              <a:buSzPts val="3300"/>
              <a:buNone/>
            </a:pPr>
            <a:r>
              <a:rPr lang="en" sz="3600"/>
              <a:t>DNS spoofing/cache poisoning</a:t>
            </a:r>
            <a:endParaRPr sz="3600"/>
          </a:p>
        </p:txBody>
      </p:sp>
      <p:sp>
        <p:nvSpPr>
          <p:cNvPr id="1161" name="Google Shape;1161;g3a555eca484_0_30"/>
          <p:cNvSpPr txBox="1"/>
          <p:nvPr>
            <p:ph type="title"/>
          </p:nvPr>
        </p:nvSpPr>
        <p:spPr>
          <a:xfrm>
            <a:off x="216350" y="1426350"/>
            <a:ext cx="8806800" cy="26049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sz="2700"/>
              <a:t>Cache poisoning is dangerous because users think they are visiting a real website, but the DNS sends them to an attacker’s IP address. All it takes is one fake entry in the resolver.</a:t>
            </a:r>
            <a:endParaRPr sz="2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g3a555eca484_0_37"/>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167" name="Google Shape;1167;g3a555eca484_0_37"/>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DNS security problems: DNS Hijacking</a:t>
            </a:r>
            <a:endParaRPr sz="3600"/>
          </a:p>
        </p:txBody>
      </p:sp>
      <p:sp>
        <p:nvSpPr>
          <p:cNvPr id="1168" name="Google Shape;1168;g3a555eca484_0_37"/>
          <p:cNvSpPr txBox="1"/>
          <p:nvPr>
            <p:ph type="title"/>
          </p:nvPr>
        </p:nvSpPr>
        <p:spPr>
          <a:xfrm>
            <a:off x="216350" y="1426350"/>
            <a:ext cx="8806800" cy="26049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400050" lvl="0" marL="457200" rtl="0" algn="l">
              <a:lnSpc>
                <a:spcPct val="115000"/>
              </a:lnSpc>
              <a:spcBef>
                <a:spcPts val="0"/>
              </a:spcBef>
              <a:spcAft>
                <a:spcPts val="0"/>
              </a:spcAft>
              <a:buSzPts val="2700"/>
              <a:buChar char="-"/>
            </a:pPr>
            <a:r>
              <a:rPr lang="en" sz="2700"/>
              <a:t>Attackers take control of DNS settings</a:t>
            </a:r>
            <a:endParaRPr sz="2700"/>
          </a:p>
          <a:p>
            <a:pPr indent="-400050" lvl="0" marL="457200" rtl="0" algn="l">
              <a:lnSpc>
                <a:spcPct val="115000"/>
              </a:lnSpc>
              <a:spcBef>
                <a:spcPts val="0"/>
              </a:spcBef>
              <a:spcAft>
                <a:spcPts val="0"/>
              </a:spcAft>
              <a:buSzPts val="2700"/>
              <a:buChar char="-"/>
            </a:pPr>
            <a:r>
              <a:rPr lang="en" sz="2700"/>
              <a:t>Can be done by malware, router attack, or ISP interception</a:t>
            </a:r>
            <a:endParaRPr sz="2700"/>
          </a:p>
          <a:p>
            <a:pPr indent="-400050" lvl="0" marL="457200" rtl="0" algn="l">
              <a:lnSpc>
                <a:spcPct val="115000"/>
              </a:lnSpc>
              <a:spcBef>
                <a:spcPts val="0"/>
              </a:spcBef>
              <a:spcAft>
                <a:spcPts val="0"/>
              </a:spcAft>
              <a:buSzPts val="2700"/>
              <a:buChar char="-"/>
            </a:pPr>
            <a:r>
              <a:rPr lang="en" sz="2700"/>
              <a:t>Redirects all user traffic to unwanted locations</a:t>
            </a:r>
            <a:endParaRPr sz="2700"/>
          </a:p>
          <a:p>
            <a:pPr indent="-400050" lvl="0" marL="457200" rtl="0" algn="l">
              <a:lnSpc>
                <a:spcPct val="115000"/>
              </a:lnSpc>
              <a:spcBef>
                <a:spcPts val="0"/>
              </a:spcBef>
              <a:spcAft>
                <a:spcPts val="0"/>
              </a:spcAft>
              <a:buSzPts val="2700"/>
              <a:buChar char="-"/>
            </a:pPr>
            <a:r>
              <a:rPr lang="en" sz="2700"/>
              <a:t>Can block sites, spy on browsing, or show ads</a:t>
            </a:r>
            <a:endParaRPr sz="2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a555eca484_0_45"/>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174" name="Google Shape;1174;g3a555eca484_0_45"/>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DNS security problems: DNS Hijacking</a:t>
            </a:r>
            <a:endParaRPr sz="3600"/>
          </a:p>
        </p:txBody>
      </p:sp>
      <p:sp>
        <p:nvSpPr>
          <p:cNvPr id="1175" name="Google Shape;1175;g3a555eca484_0_45"/>
          <p:cNvSpPr txBox="1"/>
          <p:nvPr>
            <p:ph type="title"/>
          </p:nvPr>
        </p:nvSpPr>
        <p:spPr>
          <a:xfrm>
            <a:off x="216350" y="1426350"/>
            <a:ext cx="8806800" cy="22356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sz="2700"/>
              <a:t>In hijacking, the attacker doesn't poison the cache, they completely change where your DNS points. It’s like changing the </a:t>
            </a:r>
            <a:r>
              <a:rPr lang="en" sz="2700"/>
              <a:t>phone book</a:t>
            </a:r>
            <a:r>
              <a:rPr lang="en" sz="2700"/>
              <a:t> itself.</a:t>
            </a:r>
            <a:endParaRPr sz="27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g3a555eca484_0_52"/>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181" name="Google Shape;1181;g3a555eca484_0_52"/>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DNS security problems: </a:t>
            </a:r>
            <a:endParaRPr sz="3600"/>
          </a:p>
          <a:p>
            <a:pPr indent="0" lvl="0" marL="0" rtl="0" algn="l">
              <a:lnSpc>
                <a:spcPct val="80000"/>
              </a:lnSpc>
              <a:spcBef>
                <a:spcPts val="0"/>
              </a:spcBef>
              <a:spcAft>
                <a:spcPts val="0"/>
              </a:spcAft>
              <a:buSzPts val="3300"/>
              <a:buNone/>
            </a:pPr>
            <a:r>
              <a:rPr lang="en" sz="3600"/>
              <a:t>DDoS attacks on DNS servers</a:t>
            </a:r>
            <a:endParaRPr sz="3600"/>
          </a:p>
        </p:txBody>
      </p:sp>
      <p:sp>
        <p:nvSpPr>
          <p:cNvPr id="1182" name="Google Shape;1182;g3a555eca484_0_52"/>
          <p:cNvSpPr txBox="1"/>
          <p:nvPr>
            <p:ph type="title"/>
          </p:nvPr>
        </p:nvSpPr>
        <p:spPr>
          <a:xfrm>
            <a:off x="168600" y="824250"/>
            <a:ext cx="8806800" cy="37386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400050" lvl="0" marL="457200" rtl="0" algn="l">
              <a:lnSpc>
                <a:spcPct val="115000"/>
              </a:lnSpc>
              <a:spcBef>
                <a:spcPts val="0"/>
              </a:spcBef>
              <a:spcAft>
                <a:spcPts val="0"/>
              </a:spcAft>
              <a:buSzPts val="2700"/>
              <a:buChar char="-"/>
            </a:pPr>
            <a:r>
              <a:rPr lang="en" sz="2700"/>
              <a:t>Attackers flood DNS servers with massive traffic</a:t>
            </a:r>
            <a:endParaRPr sz="2700"/>
          </a:p>
          <a:p>
            <a:pPr indent="-400050" lvl="0" marL="457200" rtl="0" algn="l">
              <a:lnSpc>
                <a:spcPct val="115000"/>
              </a:lnSpc>
              <a:spcBef>
                <a:spcPts val="0"/>
              </a:spcBef>
              <a:spcAft>
                <a:spcPts val="0"/>
              </a:spcAft>
              <a:buSzPts val="2700"/>
              <a:buChar char="-"/>
            </a:pPr>
            <a:r>
              <a:rPr lang="en" sz="2700"/>
              <a:t>Legitimate queries cannot be processed</a:t>
            </a:r>
            <a:endParaRPr sz="2700"/>
          </a:p>
          <a:p>
            <a:pPr indent="-400050" lvl="0" marL="457200" rtl="0" algn="l">
              <a:lnSpc>
                <a:spcPct val="115000"/>
              </a:lnSpc>
              <a:spcBef>
                <a:spcPts val="0"/>
              </a:spcBef>
              <a:spcAft>
                <a:spcPts val="0"/>
              </a:spcAft>
              <a:buSzPts val="2700"/>
              <a:buChar char="-"/>
            </a:pPr>
            <a:r>
              <a:rPr lang="en" sz="2700"/>
              <a:t>Causes slowdowns or complete outage of websites</a:t>
            </a:r>
            <a:endParaRPr sz="2700"/>
          </a:p>
          <a:p>
            <a:pPr indent="-400050" lvl="0" marL="457200" rtl="0" algn="l">
              <a:lnSpc>
                <a:spcPct val="115000"/>
              </a:lnSpc>
              <a:spcBef>
                <a:spcPts val="0"/>
              </a:spcBef>
              <a:spcAft>
                <a:spcPts val="0"/>
              </a:spcAft>
              <a:buSzPts val="2700"/>
              <a:buChar char="-"/>
            </a:pPr>
            <a:r>
              <a:rPr lang="en" sz="2700"/>
              <a:t>Root servers and major DNS providers are frequent targets</a:t>
            </a:r>
            <a:endParaRPr sz="27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g3a555eca484_0_60"/>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188" name="Google Shape;1188;g3a555eca484_0_60"/>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DNS security problems: </a:t>
            </a:r>
            <a:endParaRPr sz="3600"/>
          </a:p>
          <a:p>
            <a:pPr indent="0" lvl="0" marL="0" rtl="0" algn="l">
              <a:lnSpc>
                <a:spcPct val="80000"/>
              </a:lnSpc>
              <a:spcBef>
                <a:spcPts val="0"/>
              </a:spcBef>
              <a:spcAft>
                <a:spcPts val="0"/>
              </a:spcAft>
              <a:buSzPts val="3300"/>
              <a:buNone/>
            </a:pPr>
            <a:r>
              <a:rPr lang="en" sz="3600"/>
              <a:t>DDoS attacks on DNS servers</a:t>
            </a:r>
            <a:endParaRPr sz="3600"/>
          </a:p>
        </p:txBody>
      </p:sp>
      <p:sp>
        <p:nvSpPr>
          <p:cNvPr id="1189" name="Google Shape;1189;g3a555eca484_0_60"/>
          <p:cNvSpPr txBox="1"/>
          <p:nvPr>
            <p:ph type="title"/>
          </p:nvPr>
        </p:nvSpPr>
        <p:spPr>
          <a:xfrm>
            <a:off x="168600" y="1635050"/>
            <a:ext cx="8806800" cy="22257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sz="2700"/>
              <a:t>A DNS server under DDoS attack becomes unavailable. Even though the website is fine, users cannot reach it because DNS resolution is blocked.</a:t>
            </a:r>
            <a:endParaRPr sz="27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g3a555eca484_0_67"/>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195" name="Google Shape;1195;g3a555eca484_0_67"/>
          <p:cNvSpPr txBox="1"/>
          <p:nvPr>
            <p:ph type="title"/>
          </p:nvPr>
        </p:nvSpPr>
        <p:spPr>
          <a:xfrm>
            <a:off x="284550" y="-68250"/>
            <a:ext cx="8859600" cy="121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300"/>
              <a:buNone/>
            </a:pPr>
            <a:r>
              <a:rPr lang="en" sz="3600"/>
              <a:t>Self-test questions</a:t>
            </a:r>
            <a:endParaRPr sz="3600"/>
          </a:p>
        </p:txBody>
      </p:sp>
      <p:sp>
        <p:nvSpPr>
          <p:cNvPr id="1196" name="Google Shape;1196;g3a555eca484_0_67"/>
          <p:cNvSpPr txBox="1"/>
          <p:nvPr>
            <p:ph type="title"/>
          </p:nvPr>
        </p:nvSpPr>
        <p:spPr>
          <a:xfrm>
            <a:off x="168600" y="1635050"/>
            <a:ext cx="8806800" cy="33684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sz="2700"/>
              <a:t>1. </a:t>
            </a:r>
            <a:r>
              <a:rPr lang="en" sz="2700"/>
              <a:t>What is the main purpose of DNS root servers?</a:t>
            </a:r>
            <a:endParaRPr sz="2700"/>
          </a:p>
          <a:p>
            <a:pPr indent="0" lvl="0" marL="0" rtl="0" algn="l">
              <a:lnSpc>
                <a:spcPct val="115000"/>
              </a:lnSpc>
              <a:spcBef>
                <a:spcPts val="0"/>
              </a:spcBef>
              <a:spcAft>
                <a:spcPts val="0"/>
              </a:spcAft>
              <a:buNone/>
            </a:pPr>
            <a:r>
              <a:rPr lang="en" sz="2700"/>
              <a:t>2. Why does a stub resolver check its cache first?</a:t>
            </a:r>
            <a:endParaRPr sz="2700"/>
          </a:p>
          <a:p>
            <a:pPr indent="0" lvl="0" marL="0" rtl="0" algn="l">
              <a:lnSpc>
                <a:spcPct val="115000"/>
              </a:lnSpc>
              <a:spcBef>
                <a:spcPts val="0"/>
              </a:spcBef>
              <a:spcAft>
                <a:spcPts val="0"/>
              </a:spcAft>
              <a:buNone/>
            </a:pPr>
            <a:r>
              <a:rPr lang="en" sz="2700"/>
              <a:t>3. What is the difference between DNS cache poisoning and DNS hijacking?</a:t>
            </a:r>
            <a:endParaRPr sz="2700"/>
          </a:p>
          <a:p>
            <a:pPr indent="0" lvl="0" marL="0" rtl="0" algn="l">
              <a:lnSpc>
                <a:spcPct val="115000"/>
              </a:lnSpc>
              <a:spcBef>
                <a:spcPts val="0"/>
              </a:spcBef>
              <a:spcAft>
                <a:spcPts val="0"/>
              </a:spcAft>
              <a:buNone/>
            </a:pPr>
            <a:r>
              <a:rPr lang="en" sz="2700"/>
              <a:t>4. What role do TLD servers play in the DNS lookup process?</a:t>
            </a:r>
            <a:endParaRPr sz="2700"/>
          </a:p>
          <a:p>
            <a:pPr indent="0" lvl="0" marL="0" rtl="0" algn="l">
              <a:lnSpc>
                <a:spcPct val="115000"/>
              </a:lnSpc>
              <a:spcBef>
                <a:spcPts val="0"/>
              </a:spcBef>
              <a:spcAft>
                <a:spcPts val="0"/>
              </a:spcAft>
              <a:buNone/>
            </a:pPr>
            <a:r>
              <a:rPr lang="en" sz="2700"/>
              <a:t>5. How can a DDoS attack affect DNS even if a website is working normally?</a:t>
            </a:r>
            <a:endParaRPr sz="2700"/>
          </a:p>
        </p:txBody>
      </p:sp>
    </p:spTree>
  </p:cSld>
  <p:clrMapOvr>
    <a:masterClrMapping/>
  </p:clrMapOvr>
</p:sld>
</file>

<file path=ppt/theme/theme1.xml><?xml version="1.0" encoding="utf-8"?>
<a:theme xmlns:a="http://schemas.openxmlformats.org/drawingml/2006/main" xmlns:r="http://schemas.openxmlformats.org/officeDocument/2006/relationships" name="Template - Blocks">
  <a:themeElements>
    <a:clrScheme name="Simple Light">
      <a:dk1>
        <a:srgbClr val="FDFDFC"/>
      </a:dk1>
      <a:lt1>
        <a:srgbClr val="541301"/>
      </a:lt1>
      <a:dk2>
        <a:srgbClr val="DCDBD1"/>
      </a:dk2>
      <a:lt2>
        <a:srgbClr val="E5765B"/>
      </a:lt2>
      <a:accent1>
        <a:srgbClr val="D6FFD7"/>
      </a:accent1>
      <a:accent2>
        <a:srgbClr val="EBFFEC"/>
      </a:accent2>
      <a:accent3>
        <a:srgbClr val="A9B0FE"/>
      </a:accent3>
      <a:accent4>
        <a:srgbClr val="D5D7FF"/>
      </a:accent4>
      <a:accent5>
        <a:srgbClr val="F4BBAD"/>
      </a:accent5>
      <a:accent6>
        <a:srgbClr val="1B1311"/>
      </a:accent6>
      <a:hlink>
        <a:srgbClr val="A9B0F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plate - Blocks">
  <a:themeElements>
    <a:clrScheme name="Simple Light">
      <a:dk1>
        <a:srgbClr val="FDFDFC"/>
      </a:dk1>
      <a:lt1>
        <a:srgbClr val="541301"/>
      </a:lt1>
      <a:dk2>
        <a:srgbClr val="DCDBD1"/>
      </a:dk2>
      <a:lt2>
        <a:srgbClr val="E5765B"/>
      </a:lt2>
      <a:accent1>
        <a:srgbClr val="D6FFD7"/>
      </a:accent1>
      <a:accent2>
        <a:srgbClr val="EBFFEC"/>
      </a:accent2>
      <a:accent3>
        <a:srgbClr val="A9B0FE"/>
      </a:accent3>
      <a:accent4>
        <a:srgbClr val="D5D7FF"/>
      </a:accent4>
      <a:accent5>
        <a:srgbClr val="F4BBAD"/>
      </a:accent5>
      <a:accent6>
        <a:srgbClr val="1B1311"/>
      </a:accent6>
      <a:hlink>
        <a:srgbClr val="A9B0F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